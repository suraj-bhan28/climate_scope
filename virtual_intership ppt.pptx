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Hedvig Letters Sans" panose="020B0604020202020204" charset="0"/>
      <p:regular r:id="rId15"/>
    </p:embeddedFont>
    <p:embeddedFont>
      <p:font typeface="Liter" panose="020B0604020202020204" charset="0"/>
      <p:regular r:id="rId16"/>
    </p:embeddedFont>
    <p:embeddedFont>
      <p:font typeface="Quattrocento Sans" panose="020B0502050000020003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89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sa.int/4e8e5435b4ae59b4507ca46df235d5e36c324cec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45" b="784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4A908A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295275" y="2416969"/>
            <a:ext cx="76581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ClimateScope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388519"/>
            <a:ext cx="74866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908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Visualizing Global Weather Trends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4A908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and Extreme Events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474369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comprehensive data-driven platform analyzing worldwide weather patterns through interactive visualizations, supporting climate awareness and informed decision-making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4409E0-2C45-2839-77D5-B8D9D0E5D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5" y="0"/>
            <a:ext cx="12177575" cy="19920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CBDDB33-F300-E783-3514-D4789745D83F}"/>
              </a:ext>
            </a:extLst>
          </p:cNvPr>
          <p:cNvSpPr txBox="1"/>
          <p:nvPr/>
        </p:nvSpPr>
        <p:spPr>
          <a:xfrm>
            <a:off x="381000" y="5457834"/>
            <a:ext cx="2745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Submitted by-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Name-Suraj Bhan</a:t>
            </a:r>
          </a:p>
          <a:p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64C7FB-4CC8-A8B7-B4EC-5BCADDBADEF0}"/>
              </a:ext>
            </a:extLst>
          </p:cNvPr>
          <p:cNvSpPr txBox="1"/>
          <p:nvPr/>
        </p:nvSpPr>
        <p:spPr>
          <a:xfrm>
            <a:off x="7867650" y="5452391"/>
            <a:ext cx="3042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Submitted to-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Name-Shanmukha Priya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Infosys Springboard Mentor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572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287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385763" y="170021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125" y="1933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7518" y="2028825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90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193357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4925" y="2276475"/>
            <a:ext cx="4533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Mission, goals, and the platform's purpose for climate awareness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6013" y="170021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9375" y="19335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21872" y="20288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A90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5175" y="193357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Workflow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5175" y="2276475"/>
            <a:ext cx="4533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data pipeline from acquisition to insights generation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35756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125" y="3590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0357" y="36861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4925" y="359092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Pipeline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04925" y="3933825"/>
            <a:ext cx="4533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Cleaning, preprocessing, and analytical framework implementation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6013" y="335756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9375" y="3590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20755" y="36861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15175" y="359092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&amp; Visualization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15175" y="3933825"/>
            <a:ext cx="4533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 selection, dashboard design, and interactivity features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501491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125" y="5248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2366" y="5343525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4925" y="524827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04925" y="5591175"/>
            <a:ext cx="4533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languages, tools, and infrastructure architecture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6013" y="5014913"/>
            <a:ext cx="5610225" cy="1457325"/>
          </a:xfrm>
          <a:custGeom>
            <a:avLst/>
            <a:gdLst/>
            <a:ahLst/>
            <a:cxnLst/>
            <a:rect l="l" t="t" r="r" b="b"/>
            <a:pathLst>
              <a:path w="5610225" h="1457325">
                <a:moveTo>
                  <a:pt x="114298" y="0"/>
                </a:moveTo>
                <a:lnTo>
                  <a:pt x="5495927" y="0"/>
                </a:lnTo>
                <a:cubicBezTo>
                  <a:pt x="5559010" y="0"/>
                  <a:pt x="5610225" y="51215"/>
                  <a:pt x="5610225" y="114298"/>
                </a:cubicBezTo>
                <a:lnTo>
                  <a:pt x="5610225" y="1343027"/>
                </a:lnTo>
                <a:cubicBezTo>
                  <a:pt x="5610225" y="1406110"/>
                  <a:pt x="5559010" y="1457325"/>
                  <a:pt x="5495927" y="1457325"/>
                </a:cubicBezTo>
                <a:lnTo>
                  <a:pt x="114298" y="1457325"/>
                </a:lnTo>
                <a:cubicBezTo>
                  <a:pt x="51215" y="1457325"/>
                  <a:pt x="0" y="1406110"/>
                  <a:pt x="0" y="1343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9375" y="5248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19416" y="53435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71809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15175" y="5248275"/>
            <a:ext cx="455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Milestones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15175" y="5591175"/>
            <a:ext cx="4533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8-week project timeline with deliverables and success criteria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572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525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385763" y="1547813"/>
            <a:ext cx="6715125" cy="1476375"/>
          </a:xfrm>
          <a:custGeom>
            <a:avLst/>
            <a:gdLst/>
            <a:ahLst/>
            <a:cxnLst/>
            <a:rect l="l" t="t" r="r" b="b"/>
            <a:pathLst>
              <a:path w="6715125" h="1476375">
                <a:moveTo>
                  <a:pt x="114301" y="0"/>
                </a:moveTo>
                <a:lnTo>
                  <a:pt x="6600824" y="0"/>
                </a:lnTo>
                <a:cubicBezTo>
                  <a:pt x="6663951" y="0"/>
                  <a:pt x="6715125" y="51174"/>
                  <a:pt x="6715125" y="114301"/>
                </a:cubicBezTo>
                <a:lnTo>
                  <a:pt x="6715125" y="1362074"/>
                </a:lnTo>
                <a:cubicBezTo>
                  <a:pt x="6715125" y="1425201"/>
                  <a:pt x="6663951" y="1476375"/>
                  <a:pt x="6600824" y="1476375"/>
                </a:cubicBezTo>
                <a:lnTo>
                  <a:pt x="114301" y="1476375"/>
                </a:lnTo>
                <a:cubicBezTo>
                  <a:pt x="51174" y="1476375"/>
                  <a:pt x="0" y="1425201"/>
                  <a:pt x="0" y="136207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743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3425" y="1895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9" name="Text 7"/>
          <p:cNvSpPr/>
          <p:nvPr/>
        </p:nvSpPr>
        <p:spPr>
          <a:xfrm>
            <a:off x="1266825" y="1743075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Mission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6825" y="2085975"/>
            <a:ext cx="5715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and visually represent global weather patterns using the </a:t>
            </a:r>
            <a:r>
              <a:rPr lang="en-US" sz="1200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Weather Repository dataset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project aims to uncover seasonal trends, regional variations, and extreme weather events through interactive and insightful visualizations.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186113"/>
            <a:ext cx="2133600" cy="1800225"/>
          </a:xfrm>
          <a:custGeom>
            <a:avLst/>
            <a:gdLst/>
            <a:ahLst/>
            <a:cxnLst/>
            <a:rect l="l" t="t" r="r" b="b"/>
            <a:pathLst>
              <a:path w="2133600" h="1800225">
                <a:moveTo>
                  <a:pt x="114296" y="0"/>
                </a:moveTo>
                <a:lnTo>
                  <a:pt x="2019304" y="0"/>
                </a:lnTo>
                <a:cubicBezTo>
                  <a:pt x="2082386" y="0"/>
                  <a:pt x="2133600" y="51214"/>
                  <a:pt x="2133600" y="114296"/>
                </a:cubicBezTo>
                <a:lnTo>
                  <a:pt x="2133600" y="1685929"/>
                </a:lnTo>
                <a:cubicBezTo>
                  <a:pt x="2133600" y="1749011"/>
                  <a:pt x="2082386" y="1800225"/>
                  <a:pt x="201930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1730" y="3343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66986" y="3476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4" name="Text 12"/>
          <p:cNvSpPr/>
          <p:nvPr/>
        </p:nvSpPr>
        <p:spPr>
          <a:xfrm>
            <a:off x="500063" y="39147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Updates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9587" y="4257675"/>
            <a:ext cx="188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Leveraging worldwide weather data updated daily for real-time insights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76823" y="3186113"/>
            <a:ext cx="2133600" cy="1800225"/>
          </a:xfrm>
          <a:custGeom>
            <a:avLst/>
            <a:gdLst/>
            <a:ahLst/>
            <a:cxnLst/>
            <a:rect l="l" t="t" r="r" b="b"/>
            <a:pathLst>
              <a:path w="2133600" h="1800225">
                <a:moveTo>
                  <a:pt x="114296" y="0"/>
                </a:moveTo>
                <a:lnTo>
                  <a:pt x="2019304" y="0"/>
                </a:lnTo>
                <a:cubicBezTo>
                  <a:pt x="2082386" y="0"/>
                  <a:pt x="2133600" y="51214"/>
                  <a:pt x="2133600" y="114296"/>
                </a:cubicBezTo>
                <a:lnTo>
                  <a:pt x="2133600" y="1685929"/>
                </a:lnTo>
                <a:cubicBezTo>
                  <a:pt x="2133600" y="1749011"/>
                  <a:pt x="2082386" y="1800225"/>
                  <a:pt x="201930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12790" y="3343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46140" y="347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9" name="Text 17"/>
          <p:cNvSpPr/>
          <p:nvPr/>
        </p:nvSpPr>
        <p:spPr>
          <a:xfrm>
            <a:off x="2791123" y="39147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Coverage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00648" y="4257675"/>
            <a:ext cx="188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climate behavior across all regions and compare conditions worldwide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67883" y="3186113"/>
            <a:ext cx="2133600" cy="1800225"/>
          </a:xfrm>
          <a:custGeom>
            <a:avLst/>
            <a:gdLst/>
            <a:ahLst/>
            <a:cxnLst/>
            <a:rect l="l" t="t" r="r" b="b"/>
            <a:pathLst>
              <a:path w="2133600" h="1800225">
                <a:moveTo>
                  <a:pt x="114296" y="0"/>
                </a:moveTo>
                <a:lnTo>
                  <a:pt x="2019304" y="0"/>
                </a:lnTo>
                <a:cubicBezTo>
                  <a:pt x="2082386" y="0"/>
                  <a:pt x="2133600" y="51214"/>
                  <a:pt x="2133600" y="114296"/>
                </a:cubicBezTo>
                <a:lnTo>
                  <a:pt x="2133600" y="1685929"/>
                </a:lnTo>
                <a:cubicBezTo>
                  <a:pt x="2133600" y="1749011"/>
                  <a:pt x="2082386" y="1800225"/>
                  <a:pt x="201930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3850" y="3343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37200" y="3476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5082183" y="391477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91708" y="4257675"/>
            <a:ext cx="188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weather anomalies and extreme events through data-driven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5148263"/>
            <a:ext cx="6715125" cy="1228725"/>
          </a:xfrm>
          <a:custGeom>
            <a:avLst/>
            <a:gdLst/>
            <a:ahLst/>
            <a:cxnLst/>
            <a:rect l="l" t="t" r="r" b="b"/>
            <a:pathLst>
              <a:path w="6715125" h="1228725">
                <a:moveTo>
                  <a:pt x="114296" y="0"/>
                </a:moveTo>
                <a:lnTo>
                  <a:pt x="6600829" y="0"/>
                </a:lnTo>
                <a:cubicBezTo>
                  <a:pt x="6663953" y="0"/>
                  <a:pt x="6715125" y="51172"/>
                  <a:pt x="6715125" y="114296"/>
                </a:cubicBezTo>
                <a:lnTo>
                  <a:pt x="6715125" y="1114429"/>
                </a:lnTo>
                <a:cubicBezTo>
                  <a:pt x="6715125" y="1177553"/>
                  <a:pt x="6663953" y="1228725"/>
                  <a:pt x="660082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1025" y="5495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19138" y="56483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1266825" y="5343525"/>
            <a:ext cx="573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Ultimate Goal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66825" y="5686425"/>
            <a:ext cx="571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an </a:t>
            </a:r>
            <a:r>
              <a:rPr lang="en-US" sz="1200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accessible, data-driven platform</a:t>
            </a: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supports climate awareness, decision-making, and further research into global weather dynamics.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35217" y="1547813"/>
            <a:ext cx="4467225" cy="3533775"/>
          </a:xfrm>
          <a:custGeom>
            <a:avLst/>
            <a:gdLst/>
            <a:ahLst/>
            <a:cxnLst/>
            <a:rect l="l" t="t" r="r" b="b"/>
            <a:pathLst>
              <a:path w="4467225" h="3533775">
                <a:moveTo>
                  <a:pt x="114318" y="0"/>
                </a:moveTo>
                <a:lnTo>
                  <a:pt x="4352907" y="0"/>
                </a:lnTo>
                <a:cubicBezTo>
                  <a:pt x="4416043" y="0"/>
                  <a:pt x="4467225" y="51182"/>
                  <a:pt x="4467225" y="114318"/>
                </a:cubicBezTo>
                <a:lnTo>
                  <a:pt x="4467225" y="3419457"/>
                </a:lnTo>
                <a:cubicBezTo>
                  <a:pt x="4467225" y="3482593"/>
                  <a:pt x="4416043" y="3533775"/>
                  <a:pt x="4352907" y="3533775"/>
                </a:cubicBezTo>
                <a:lnTo>
                  <a:pt x="114318" y="3533775"/>
                </a:lnTo>
                <a:cubicBezTo>
                  <a:pt x="51182" y="3533775"/>
                  <a:pt x="0" y="3482593"/>
                  <a:pt x="0" y="341945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66199" y="17811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33" name="Text 31"/>
          <p:cNvSpPr/>
          <p:nvPr/>
        </p:nvSpPr>
        <p:spPr>
          <a:xfrm>
            <a:off x="7768605" y="1743075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30480" y="2162175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Name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30480" y="2390775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Weather Repository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30480" y="2771775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Platform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30480" y="3000375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Data Repository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30480" y="3381375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Frequency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30480" y="3609975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Synchronization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30480" y="3990975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30480" y="4219575"/>
            <a:ext cx="415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Worldwide Locations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35217" y="5243513"/>
            <a:ext cx="4467225" cy="1228725"/>
          </a:xfrm>
          <a:custGeom>
            <a:avLst/>
            <a:gdLst/>
            <a:ahLst/>
            <a:cxnLst/>
            <a:rect l="l" t="t" r="r" b="b"/>
            <a:pathLst>
              <a:path w="4467225" h="1228725">
                <a:moveTo>
                  <a:pt x="114296" y="0"/>
                </a:moveTo>
                <a:lnTo>
                  <a:pt x="4352929" y="0"/>
                </a:lnTo>
                <a:cubicBezTo>
                  <a:pt x="4416053" y="0"/>
                  <a:pt x="4467225" y="51172"/>
                  <a:pt x="4467225" y="114296"/>
                </a:cubicBezTo>
                <a:lnTo>
                  <a:pt x="4467225" y="1114429"/>
                </a:lnTo>
                <a:cubicBezTo>
                  <a:pt x="4467225" y="1177553"/>
                  <a:pt x="4416053" y="1228725"/>
                  <a:pt x="435292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30480" y="5438775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Variables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30480" y="5876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45" name="Text 43"/>
          <p:cNvSpPr/>
          <p:nvPr/>
        </p:nvSpPr>
        <p:spPr>
          <a:xfrm>
            <a:off x="7682880" y="5819775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608790" y="5876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47" name="Text 45"/>
          <p:cNvSpPr/>
          <p:nvPr/>
        </p:nvSpPr>
        <p:spPr>
          <a:xfrm>
            <a:off x="9761190" y="5819775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30480" y="61436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9" name="Text 47"/>
          <p:cNvSpPr/>
          <p:nvPr/>
        </p:nvSpPr>
        <p:spPr>
          <a:xfrm>
            <a:off x="7682880" y="6086475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Precipitation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608790" y="61436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51" name="Text 49"/>
          <p:cNvSpPr/>
          <p:nvPr/>
        </p:nvSpPr>
        <p:spPr>
          <a:xfrm>
            <a:off x="9761190" y="6086475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 Speed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27635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groundwork for reliable climate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6192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385763" y="1738313"/>
            <a:ext cx="3695700" cy="3914775"/>
          </a:xfrm>
          <a:custGeom>
            <a:avLst/>
            <a:gdLst/>
            <a:ahLst/>
            <a:cxnLst/>
            <a:rect l="l" t="t" r="r" b="b"/>
            <a:pathLst>
              <a:path w="3695700" h="39147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800467"/>
                </a:lnTo>
                <a:cubicBezTo>
                  <a:pt x="3695700" y="3863598"/>
                  <a:pt x="3644523" y="3914775"/>
                  <a:pt x="3581392" y="3914775"/>
                </a:cubicBezTo>
                <a:lnTo>
                  <a:pt x="114308" y="3914775"/>
                </a:lnTo>
                <a:cubicBezTo>
                  <a:pt x="51177" y="3914775"/>
                  <a:pt x="0" y="3863598"/>
                  <a:pt x="0" y="3800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2925" y="1895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8181" y="20288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7"/>
                  <a:pt x="43830" y="70247"/>
                  <a:pt x="39179" y="74898"/>
                </a:cubicBezTo>
                <a:cubicBezTo>
                  <a:pt x="34528" y="79549"/>
                  <a:pt x="34528" y="87102"/>
                  <a:pt x="39179" y="91753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3" y="127471"/>
                </a:cubicBezTo>
                <a:lnTo>
                  <a:pt x="127471" y="91753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7"/>
                  <a:pt x="115267" y="70247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3"/>
                </a:moveTo>
                <a:cubicBezTo>
                  <a:pt x="10678" y="119063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3"/>
                  <a:pt x="142875" y="119063"/>
                </a:cubicBezTo>
                <a:lnTo>
                  <a:pt x="125425" y="119063"/>
                </a:lnTo>
                <a:lnTo>
                  <a:pt x="104366" y="140122"/>
                </a:lnTo>
                <a:cubicBezTo>
                  <a:pt x="92757" y="151730"/>
                  <a:pt x="73893" y="151730"/>
                  <a:pt x="62285" y="140122"/>
                </a:cubicBezTo>
                <a:lnTo>
                  <a:pt x="41263" y="119063"/>
                </a:lnTo>
                <a:lnTo>
                  <a:pt x="23812" y="119063"/>
                </a:lnTo>
                <a:close/>
                <a:moveTo>
                  <a:pt x="136922" y="139898"/>
                </a:moveTo>
                <a:cubicBezTo>
                  <a:pt x="141850" y="139898"/>
                  <a:pt x="145852" y="143900"/>
                  <a:pt x="145852" y="148828"/>
                </a:cubicBezTo>
                <a:cubicBezTo>
                  <a:pt x="145852" y="153757"/>
                  <a:pt x="141850" y="157758"/>
                  <a:pt x="136922" y="157758"/>
                </a:cubicBezTo>
                <a:cubicBezTo>
                  <a:pt x="131993" y="157758"/>
                  <a:pt x="127992" y="153757"/>
                  <a:pt x="127992" y="148828"/>
                </a:cubicBezTo>
                <a:cubicBezTo>
                  <a:pt x="127992" y="143900"/>
                  <a:pt x="131993" y="139898"/>
                  <a:pt x="136922" y="139898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0" name="Text 8"/>
          <p:cNvSpPr/>
          <p:nvPr/>
        </p:nvSpPr>
        <p:spPr>
          <a:xfrm>
            <a:off x="1114425" y="1895475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4425" y="2085975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Acquisition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925" y="2466975"/>
            <a:ext cx="3381375" cy="876300"/>
          </a:xfrm>
          <a:custGeom>
            <a:avLst/>
            <a:gdLst/>
            <a:ahLst/>
            <a:cxnLst/>
            <a:rect l="l" t="t" r="r" b="b"/>
            <a:pathLst>
              <a:path w="3381375" h="87630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76275" y="2619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4" name="Text 12"/>
          <p:cNvSpPr/>
          <p:nvPr/>
        </p:nvSpPr>
        <p:spPr>
          <a:xfrm>
            <a:off x="923925" y="258127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Download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925" y="2847975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 Global Weather Repository from Kaggle platform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3457575"/>
            <a:ext cx="3381375" cy="876300"/>
          </a:xfrm>
          <a:custGeom>
            <a:avLst/>
            <a:gdLst/>
            <a:ahLst/>
            <a:cxnLst/>
            <a:rect l="l" t="t" r="r" b="b"/>
            <a:pathLst>
              <a:path w="3381375" h="87630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76275" y="3609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8" name="Text 16"/>
          <p:cNvSpPr/>
          <p:nvPr/>
        </p:nvSpPr>
        <p:spPr>
          <a:xfrm>
            <a:off x="923925" y="357187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Synchronization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925" y="3838575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live version maintains up-to-date information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4448175"/>
            <a:ext cx="3381375" cy="685800"/>
          </a:xfrm>
          <a:custGeom>
            <a:avLst/>
            <a:gdLst/>
            <a:ahLst/>
            <a:cxnLst/>
            <a:rect l="l" t="t" r="r" b="b"/>
            <a:pathLst>
              <a:path w="3381375" h="685800">
                <a:moveTo>
                  <a:pt x="76199" y="0"/>
                </a:moveTo>
                <a:lnTo>
                  <a:pt x="3305176" y="0"/>
                </a:lnTo>
                <a:cubicBezTo>
                  <a:pt x="3347259" y="0"/>
                  <a:pt x="3381375" y="34116"/>
                  <a:pt x="3381375" y="76199"/>
                </a:cubicBezTo>
                <a:lnTo>
                  <a:pt x="3381375" y="609601"/>
                </a:lnTo>
                <a:cubicBezTo>
                  <a:pt x="3381375" y="651684"/>
                  <a:pt x="3347259" y="685800"/>
                  <a:pt x="33051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6005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22" name="Text 20"/>
          <p:cNvSpPr/>
          <p:nvPr/>
        </p:nvSpPr>
        <p:spPr>
          <a:xfrm>
            <a:off x="923925" y="4562475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Setup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925" y="4829175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local data infrastructure for processing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6513" y="1738313"/>
            <a:ext cx="3695700" cy="3914775"/>
          </a:xfrm>
          <a:custGeom>
            <a:avLst/>
            <a:gdLst/>
            <a:ahLst/>
            <a:cxnLst/>
            <a:rect l="l" t="t" r="r" b="b"/>
            <a:pathLst>
              <a:path w="3695700" h="39147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800467"/>
                </a:lnTo>
                <a:cubicBezTo>
                  <a:pt x="3695700" y="3863598"/>
                  <a:pt x="3644523" y="3914775"/>
                  <a:pt x="3581392" y="3914775"/>
                </a:cubicBezTo>
                <a:lnTo>
                  <a:pt x="114308" y="3914775"/>
                </a:lnTo>
                <a:cubicBezTo>
                  <a:pt x="51177" y="3914775"/>
                  <a:pt x="0" y="3863598"/>
                  <a:pt x="0" y="3800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3675" y="1895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37025" y="2028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4975175" y="1895475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75175" y="2085975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Understanding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3675" y="2466975"/>
            <a:ext cx="3381375" cy="876300"/>
          </a:xfrm>
          <a:custGeom>
            <a:avLst/>
            <a:gdLst/>
            <a:ahLst/>
            <a:cxnLst/>
            <a:rect l="l" t="t" r="r" b="b"/>
            <a:pathLst>
              <a:path w="3381375" h="87630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46550" y="2619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1" name="Text 29"/>
          <p:cNvSpPr/>
          <p:nvPr/>
        </p:nvSpPr>
        <p:spPr>
          <a:xfrm>
            <a:off x="4784675" y="258127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 Inspection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84675" y="2847975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data types, schema, and variable relationships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3675" y="3457575"/>
            <a:ext cx="3381375" cy="876300"/>
          </a:xfrm>
          <a:custGeom>
            <a:avLst/>
            <a:gdLst/>
            <a:ahLst/>
            <a:cxnLst/>
            <a:rect l="l" t="t" r="r" b="b"/>
            <a:pathLst>
              <a:path w="3381375" h="87630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65600" y="3609975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7625" y="0"/>
                </a:moveTo>
                <a:cubicBezTo>
                  <a:pt x="31849" y="0"/>
                  <a:pt x="19050" y="12799"/>
                  <a:pt x="19050" y="28575"/>
                </a:cubicBezTo>
                <a:lnTo>
                  <a:pt x="19050" y="77599"/>
                </a:lnTo>
                <a:cubicBezTo>
                  <a:pt x="10269" y="85427"/>
                  <a:pt x="4763" y="96857"/>
                  <a:pt x="4763" y="109537"/>
                </a:cubicBezTo>
                <a:cubicBezTo>
                  <a:pt x="4763" y="133201"/>
                  <a:pt x="23961" y="152400"/>
                  <a:pt x="47625" y="152400"/>
                </a:cubicBezTo>
                <a:cubicBezTo>
                  <a:pt x="71289" y="152400"/>
                  <a:pt x="90488" y="133201"/>
                  <a:pt x="90488" y="109537"/>
                </a:cubicBezTo>
                <a:cubicBezTo>
                  <a:pt x="90488" y="96857"/>
                  <a:pt x="84981" y="85427"/>
                  <a:pt x="76200" y="77599"/>
                </a:cubicBezTo>
                <a:lnTo>
                  <a:pt x="76200" y="28575"/>
                </a:lnTo>
                <a:cubicBezTo>
                  <a:pt x="76200" y="12799"/>
                  <a:pt x="63401" y="0"/>
                  <a:pt x="47625" y="0"/>
                </a:cubicBezTo>
                <a:close/>
                <a:moveTo>
                  <a:pt x="66675" y="109537"/>
                </a:moveTo>
                <a:cubicBezTo>
                  <a:pt x="66675" y="120045"/>
                  <a:pt x="58132" y="128588"/>
                  <a:pt x="47625" y="128588"/>
                </a:cubicBezTo>
                <a:cubicBezTo>
                  <a:pt x="37118" y="128588"/>
                  <a:pt x="28575" y="120045"/>
                  <a:pt x="28575" y="109537"/>
                </a:cubicBezTo>
                <a:cubicBezTo>
                  <a:pt x="28575" y="101531"/>
                  <a:pt x="33486" y="94684"/>
                  <a:pt x="40481" y="91886"/>
                </a:cubicBezTo>
                <a:lnTo>
                  <a:pt x="40481" y="64294"/>
                </a:lnTo>
                <a:cubicBezTo>
                  <a:pt x="40481" y="60335"/>
                  <a:pt x="43666" y="57150"/>
                  <a:pt x="47625" y="57150"/>
                </a:cubicBezTo>
                <a:cubicBezTo>
                  <a:pt x="51584" y="57150"/>
                  <a:pt x="54769" y="60335"/>
                  <a:pt x="54769" y="64294"/>
                </a:cubicBezTo>
                <a:lnTo>
                  <a:pt x="54769" y="91886"/>
                </a:lnTo>
                <a:cubicBezTo>
                  <a:pt x="61764" y="94714"/>
                  <a:pt x="66675" y="101560"/>
                  <a:pt x="66675" y="109537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5" name="Text 33"/>
          <p:cNvSpPr/>
          <p:nvPr/>
        </p:nvSpPr>
        <p:spPr>
          <a:xfrm>
            <a:off x="4784675" y="357187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Variables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784675" y="3838575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temperature, humidity, precipitation, wind speed fields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03675" y="4448175"/>
            <a:ext cx="3381375" cy="876300"/>
          </a:xfrm>
          <a:custGeom>
            <a:avLst/>
            <a:gdLst/>
            <a:ahLst/>
            <a:cxnLst/>
            <a:rect l="l" t="t" r="r" b="b"/>
            <a:pathLst>
              <a:path w="3381375" h="87630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37025" y="4600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9" name="Text 37"/>
          <p:cNvSpPr/>
          <p:nvPr/>
        </p:nvSpPr>
        <p:spPr>
          <a:xfrm>
            <a:off x="4784675" y="456247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Assessment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84675" y="4829175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missing values, anomalies, and regional coverage gaps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7338" y="1738313"/>
            <a:ext cx="3695700" cy="3914775"/>
          </a:xfrm>
          <a:custGeom>
            <a:avLst/>
            <a:gdLst/>
            <a:ahLst/>
            <a:cxnLst/>
            <a:rect l="l" t="t" r="r" b="b"/>
            <a:pathLst>
              <a:path w="3695700" h="391477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3800467"/>
                </a:lnTo>
                <a:cubicBezTo>
                  <a:pt x="3695700" y="3863598"/>
                  <a:pt x="3644523" y="3914775"/>
                  <a:pt x="3581392" y="3914775"/>
                </a:cubicBezTo>
                <a:lnTo>
                  <a:pt x="114308" y="3914775"/>
                </a:lnTo>
                <a:cubicBezTo>
                  <a:pt x="51177" y="3914775"/>
                  <a:pt x="0" y="3863598"/>
                  <a:pt x="0" y="3800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64500" y="1895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385944" y="20288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10815" y="20315"/>
                </a:moveTo>
                <a:cubicBezTo>
                  <a:pt x="215466" y="15664"/>
                  <a:pt x="215466" y="8111"/>
                  <a:pt x="210815" y="3460"/>
                </a:cubicBezTo>
                <a:cubicBezTo>
                  <a:pt x="206164" y="-1191"/>
                  <a:pt x="198611" y="-1191"/>
                  <a:pt x="193960" y="3460"/>
                </a:cubicBezTo>
                <a:lnTo>
                  <a:pt x="122523" y="74898"/>
                </a:lnTo>
                <a:lnTo>
                  <a:pt x="109612" y="61987"/>
                </a:lnTo>
                <a:cubicBezTo>
                  <a:pt x="108049" y="60424"/>
                  <a:pt x="105891" y="59531"/>
                  <a:pt x="103659" y="59531"/>
                </a:cubicBezTo>
                <a:cubicBezTo>
                  <a:pt x="99008" y="59531"/>
                  <a:pt x="95250" y="63289"/>
                  <a:pt x="95250" y="67940"/>
                </a:cubicBezTo>
                <a:lnTo>
                  <a:pt x="95250" y="78767"/>
                </a:lnTo>
                <a:lnTo>
                  <a:pt x="135545" y="119063"/>
                </a:lnTo>
                <a:lnTo>
                  <a:pt x="146372" y="119063"/>
                </a:lnTo>
                <a:cubicBezTo>
                  <a:pt x="151023" y="119063"/>
                  <a:pt x="154781" y="115305"/>
                  <a:pt x="154781" y="110654"/>
                </a:cubicBezTo>
                <a:cubicBezTo>
                  <a:pt x="154781" y="108421"/>
                  <a:pt x="153888" y="106263"/>
                  <a:pt x="152326" y="104701"/>
                </a:cubicBezTo>
                <a:lnTo>
                  <a:pt x="139415" y="91790"/>
                </a:lnTo>
                <a:lnTo>
                  <a:pt x="210852" y="20352"/>
                </a:lnTo>
                <a:close/>
                <a:moveTo>
                  <a:pt x="126913" y="131490"/>
                </a:moveTo>
                <a:lnTo>
                  <a:pt x="82823" y="87399"/>
                </a:lnTo>
                <a:cubicBezTo>
                  <a:pt x="66935" y="86023"/>
                  <a:pt x="51122" y="91753"/>
                  <a:pt x="39737" y="103138"/>
                </a:cubicBezTo>
                <a:lnTo>
                  <a:pt x="36761" y="106114"/>
                </a:lnTo>
                <a:cubicBezTo>
                  <a:pt x="28463" y="114412"/>
                  <a:pt x="23812" y="125648"/>
                  <a:pt x="23812" y="137368"/>
                </a:cubicBezTo>
                <a:cubicBezTo>
                  <a:pt x="23812" y="139898"/>
                  <a:pt x="26454" y="141536"/>
                  <a:pt x="28724" y="140419"/>
                </a:cubicBezTo>
                <a:lnTo>
                  <a:pt x="47737" y="130932"/>
                </a:lnTo>
                <a:cubicBezTo>
                  <a:pt x="49597" y="130001"/>
                  <a:pt x="51271" y="132457"/>
                  <a:pt x="49746" y="133871"/>
                </a:cubicBezTo>
                <a:lnTo>
                  <a:pt x="2716" y="176138"/>
                </a:lnTo>
                <a:cubicBezTo>
                  <a:pt x="1005" y="177701"/>
                  <a:pt x="0" y="179933"/>
                  <a:pt x="0" y="182277"/>
                </a:cubicBezTo>
                <a:cubicBezTo>
                  <a:pt x="0" y="186817"/>
                  <a:pt x="3683" y="190500"/>
                  <a:pt x="8223" y="190500"/>
                </a:cubicBezTo>
                <a:lnTo>
                  <a:pt x="72703" y="190500"/>
                </a:lnTo>
                <a:cubicBezTo>
                  <a:pt x="87139" y="190500"/>
                  <a:pt x="100943" y="184770"/>
                  <a:pt x="111175" y="174575"/>
                </a:cubicBezTo>
                <a:cubicBezTo>
                  <a:pt x="122560" y="163190"/>
                  <a:pt x="128253" y="147377"/>
                  <a:pt x="126913" y="13149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44" name="Text 42"/>
          <p:cNvSpPr/>
          <p:nvPr/>
        </p:nvSpPr>
        <p:spPr>
          <a:xfrm>
            <a:off x="8836000" y="189547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03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36000" y="20859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64500" y="2466975"/>
            <a:ext cx="3381375" cy="876300"/>
          </a:xfrm>
          <a:custGeom>
            <a:avLst/>
            <a:gdLst/>
            <a:ahLst/>
            <a:cxnLst/>
            <a:rect l="l" t="t" r="r" b="b"/>
            <a:pathLst>
              <a:path w="3381375" h="87630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8325" y="26193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3132" y="123825"/>
                </a:moveTo>
                <a:lnTo>
                  <a:pt x="89743" y="123825"/>
                </a:lnTo>
                <a:lnTo>
                  <a:pt x="109180" y="104388"/>
                </a:lnTo>
                <a:lnTo>
                  <a:pt x="57537" y="52745"/>
                </a:lnTo>
                <a:lnTo>
                  <a:pt x="19824" y="90458"/>
                </a:lnTo>
                <a:lnTo>
                  <a:pt x="53161" y="123795"/>
                </a:lnTo>
                <a:close/>
                <a:moveTo>
                  <a:pt x="66675" y="142875"/>
                </a:moveTo>
                <a:lnTo>
                  <a:pt x="53132" y="142875"/>
                </a:lnTo>
                <a:cubicBezTo>
                  <a:pt x="48071" y="142875"/>
                  <a:pt x="43220" y="140881"/>
                  <a:pt x="39648" y="137309"/>
                </a:cubicBezTo>
                <a:lnTo>
                  <a:pt x="5060" y="102691"/>
                </a:lnTo>
                <a:cubicBezTo>
                  <a:pt x="1816" y="99447"/>
                  <a:pt x="0" y="95071"/>
                  <a:pt x="0" y="90488"/>
                </a:cubicBezTo>
                <a:cubicBezTo>
                  <a:pt x="0" y="85904"/>
                  <a:pt x="1816" y="81528"/>
                  <a:pt x="5060" y="78284"/>
                </a:cubicBezTo>
                <a:lnTo>
                  <a:pt x="78284" y="5060"/>
                </a:lnTo>
                <a:cubicBezTo>
                  <a:pt x="81528" y="1816"/>
                  <a:pt x="85904" y="0"/>
                  <a:pt x="90488" y="0"/>
                </a:cubicBezTo>
                <a:cubicBezTo>
                  <a:pt x="95071" y="0"/>
                  <a:pt x="99447" y="1816"/>
                  <a:pt x="102691" y="5060"/>
                </a:cubicBezTo>
                <a:lnTo>
                  <a:pt x="156865" y="59234"/>
                </a:lnTo>
                <a:cubicBezTo>
                  <a:pt x="160109" y="62478"/>
                  <a:pt x="161925" y="66854"/>
                  <a:pt x="161925" y="71438"/>
                </a:cubicBezTo>
                <a:cubicBezTo>
                  <a:pt x="161925" y="76021"/>
                  <a:pt x="160109" y="80397"/>
                  <a:pt x="156865" y="83641"/>
                </a:cubicBezTo>
                <a:lnTo>
                  <a:pt x="116681" y="123825"/>
                </a:lnTo>
                <a:lnTo>
                  <a:pt x="152400" y="123825"/>
                </a:lnTo>
                <a:cubicBezTo>
                  <a:pt x="157669" y="123825"/>
                  <a:pt x="161925" y="128081"/>
                  <a:pt x="161925" y="133350"/>
                </a:cubicBezTo>
                <a:cubicBezTo>
                  <a:pt x="161925" y="138619"/>
                  <a:pt x="157669" y="142875"/>
                  <a:pt x="152400" y="142875"/>
                </a:cubicBezTo>
                <a:lnTo>
                  <a:pt x="66675" y="142875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48" name="Text 46"/>
          <p:cNvSpPr/>
          <p:nvPr/>
        </p:nvSpPr>
        <p:spPr>
          <a:xfrm>
            <a:off x="8645500" y="258127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45500" y="2847975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incomplete entries through imputation or removal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4500" y="3457575"/>
            <a:ext cx="3381375" cy="876300"/>
          </a:xfrm>
          <a:custGeom>
            <a:avLst/>
            <a:gdLst/>
            <a:ahLst/>
            <a:cxnLst/>
            <a:rect l="l" t="t" r="r" b="b"/>
            <a:pathLst>
              <a:path w="3381375" h="87630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97850" y="3609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52" name="Text 50"/>
          <p:cNvSpPr/>
          <p:nvPr/>
        </p:nvSpPr>
        <p:spPr>
          <a:xfrm>
            <a:off x="8645500" y="357187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Conversion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45500" y="3838575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 measurement units across all data points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64500" y="4448175"/>
            <a:ext cx="3381375" cy="876300"/>
          </a:xfrm>
          <a:custGeom>
            <a:avLst/>
            <a:gdLst/>
            <a:ahLst/>
            <a:cxnLst/>
            <a:rect l="l" t="t" r="r" b="b"/>
            <a:pathLst>
              <a:path w="3381375" h="876300">
                <a:moveTo>
                  <a:pt x="76203" y="0"/>
                </a:moveTo>
                <a:lnTo>
                  <a:pt x="3305172" y="0"/>
                </a:lnTo>
                <a:cubicBezTo>
                  <a:pt x="3347258" y="0"/>
                  <a:pt x="3381375" y="34117"/>
                  <a:pt x="3381375" y="76203"/>
                </a:cubicBezTo>
                <a:lnTo>
                  <a:pt x="3381375" y="800097"/>
                </a:lnTo>
                <a:cubicBezTo>
                  <a:pt x="3381375" y="842183"/>
                  <a:pt x="3347258" y="876300"/>
                  <a:pt x="33051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97850" y="4600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5731" y="66675"/>
                </a:moveTo>
                <a:lnTo>
                  <a:pt x="92869" y="66675"/>
                </a:lnTo>
                <a:cubicBezTo>
                  <a:pt x="88910" y="66675"/>
                  <a:pt x="85725" y="63490"/>
                  <a:pt x="85725" y="59531"/>
                </a:cubicBezTo>
                <a:lnTo>
                  <a:pt x="85725" y="16669"/>
                </a:lnTo>
                <a:cubicBezTo>
                  <a:pt x="85725" y="13781"/>
                  <a:pt x="87451" y="11162"/>
                  <a:pt x="90130" y="10061"/>
                </a:cubicBezTo>
                <a:cubicBezTo>
                  <a:pt x="92809" y="8959"/>
                  <a:pt x="95875" y="9585"/>
                  <a:pt x="97929" y="11609"/>
                </a:cubicBezTo>
                <a:lnTo>
                  <a:pt x="109835" y="23515"/>
                </a:lnTo>
                <a:lnTo>
                  <a:pt x="131683" y="1667"/>
                </a:lnTo>
                <a:cubicBezTo>
                  <a:pt x="132755" y="595"/>
                  <a:pt x="134213" y="0"/>
                  <a:pt x="135731" y="0"/>
                </a:cubicBezTo>
                <a:cubicBezTo>
                  <a:pt x="137249" y="0"/>
                  <a:pt x="138708" y="595"/>
                  <a:pt x="139809" y="1697"/>
                </a:cubicBezTo>
                <a:lnTo>
                  <a:pt x="150733" y="12621"/>
                </a:lnTo>
                <a:cubicBezTo>
                  <a:pt x="151805" y="13692"/>
                  <a:pt x="152400" y="15151"/>
                  <a:pt x="152400" y="16669"/>
                </a:cubicBezTo>
                <a:cubicBezTo>
                  <a:pt x="152400" y="18187"/>
                  <a:pt x="151805" y="19645"/>
                  <a:pt x="150703" y="20747"/>
                </a:cubicBezTo>
                <a:lnTo>
                  <a:pt x="128885" y="42565"/>
                </a:lnTo>
                <a:lnTo>
                  <a:pt x="140791" y="54471"/>
                </a:lnTo>
                <a:cubicBezTo>
                  <a:pt x="142845" y="56525"/>
                  <a:pt x="143441" y="59591"/>
                  <a:pt x="142339" y="62270"/>
                </a:cubicBezTo>
                <a:cubicBezTo>
                  <a:pt x="141238" y="64949"/>
                  <a:pt x="138619" y="66675"/>
                  <a:pt x="135731" y="66675"/>
                </a:cubicBezTo>
                <a:close/>
                <a:moveTo>
                  <a:pt x="135731" y="85725"/>
                </a:moveTo>
                <a:cubicBezTo>
                  <a:pt x="138619" y="85725"/>
                  <a:pt x="141238" y="87451"/>
                  <a:pt x="142339" y="90130"/>
                </a:cubicBezTo>
                <a:cubicBezTo>
                  <a:pt x="143441" y="92809"/>
                  <a:pt x="142845" y="95875"/>
                  <a:pt x="140791" y="97929"/>
                </a:cubicBezTo>
                <a:lnTo>
                  <a:pt x="128885" y="109835"/>
                </a:lnTo>
                <a:lnTo>
                  <a:pt x="150733" y="131683"/>
                </a:lnTo>
                <a:cubicBezTo>
                  <a:pt x="151805" y="132755"/>
                  <a:pt x="152430" y="134213"/>
                  <a:pt x="152430" y="135761"/>
                </a:cubicBezTo>
                <a:cubicBezTo>
                  <a:pt x="152430" y="137309"/>
                  <a:pt x="151834" y="138738"/>
                  <a:pt x="150733" y="139839"/>
                </a:cubicBezTo>
                <a:lnTo>
                  <a:pt x="139809" y="150763"/>
                </a:lnTo>
                <a:cubicBezTo>
                  <a:pt x="138708" y="151805"/>
                  <a:pt x="137249" y="152400"/>
                  <a:pt x="135731" y="152400"/>
                </a:cubicBezTo>
                <a:cubicBezTo>
                  <a:pt x="134213" y="152400"/>
                  <a:pt x="132755" y="151805"/>
                  <a:pt x="131653" y="150703"/>
                </a:cubicBezTo>
                <a:lnTo>
                  <a:pt x="109835" y="128885"/>
                </a:lnTo>
                <a:lnTo>
                  <a:pt x="97929" y="140791"/>
                </a:lnTo>
                <a:cubicBezTo>
                  <a:pt x="95875" y="142845"/>
                  <a:pt x="92809" y="143441"/>
                  <a:pt x="90130" y="142339"/>
                </a:cubicBezTo>
                <a:cubicBezTo>
                  <a:pt x="87451" y="141238"/>
                  <a:pt x="85725" y="138619"/>
                  <a:pt x="85725" y="135731"/>
                </a:cubicBezTo>
                <a:lnTo>
                  <a:pt x="85725" y="92869"/>
                </a:lnTo>
                <a:cubicBezTo>
                  <a:pt x="85725" y="88910"/>
                  <a:pt x="88910" y="85725"/>
                  <a:pt x="92869" y="85725"/>
                </a:cubicBezTo>
                <a:lnTo>
                  <a:pt x="135731" y="85725"/>
                </a:lnTo>
                <a:close/>
                <a:moveTo>
                  <a:pt x="59531" y="85725"/>
                </a:moveTo>
                <a:cubicBezTo>
                  <a:pt x="63490" y="85725"/>
                  <a:pt x="66675" y="88910"/>
                  <a:pt x="66675" y="92869"/>
                </a:cubicBezTo>
                <a:lnTo>
                  <a:pt x="66675" y="135731"/>
                </a:lnTo>
                <a:cubicBezTo>
                  <a:pt x="66675" y="138619"/>
                  <a:pt x="64949" y="141238"/>
                  <a:pt x="62270" y="142339"/>
                </a:cubicBezTo>
                <a:cubicBezTo>
                  <a:pt x="59591" y="143441"/>
                  <a:pt x="56525" y="142845"/>
                  <a:pt x="54471" y="140791"/>
                </a:cubicBezTo>
                <a:lnTo>
                  <a:pt x="42565" y="128885"/>
                </a:lnTo>
                <a:lnTo>
                  <a:pt x="20717" y="150733"/>
                </a:lnTo>
                <a:cubicBezTo>
                  <a:pt x="19645" y="151805"/>
                  <a:pt x="18187" y="152400"/>
                  <a:pt x="16669" y="152400"/>
                </a:cubicBezTo>
                <a:cubicBezTo>
                  <a:pt x="15151" y="152400"/>
                  <a:pt x="13692" y="151805"/>
                  <a:pt x="12591" y="150703"/>
                </a:cubicBezTo>
                <a:lnTo>
                  <a:pt x="1697" y="139809"/>
                </a:lnTo>
                <a:cubicBezTo>
                  <a:pt x="595" y="138708"/>
                  <a:pt x="0" y="137249"/>
                  <a:pt x="0" y="135731"/>
                </a:cubicBezTo>
                <a:cubicBezTo>
                  <a:pt x="0" y="134213"/>
                  <a:pt x="595" y="132755"/>
                  <a:pt x="1697" y="131653"/>
                </a:cubicBezTo>
                <a:lnTo>
                  <a:pt x="23515" y="109835"/>
                </a:lnTo>
                <a:lnTo>
                  <a:pt x="11609" y="97929"/>
                </a:lnTo>
                <a:cubicBezTo>
                  <a:pt x="9555" y="95875"/>
                  <a:pt x="8959" y="92809"/>
                  <a:pt x="10061" y="90130"/>
                </a:cubicBezTo>
                <a:cubicBezTo>
                  <a:pt x="11162" y="87451"/>
                  <a:pt x="13781" y="85725"/>
                  <a:pt x="16669" y="85725"/>
                </a:cubicBezTo>
                <a:lnTo>
                  <a:pt x="59531" y="85725"/>
                </a:lnTo>
                <a:close/>
                <a:moveTo>
                  <a:pt x="16669" y="66675"/>
                </a:moveTo>
                <a:cubicBezTo>
                  <a:pt x="13781" y="66675"/>
                  <a:pt x="11162" y="64949"/>
                  <a:pt x="10061" y="62270"/>
                </a:cubicBezTo>
                <a:cubicBezTo>
                  <a:pt x="8959" y="59591"/>
                  <a:pt x="9585" y="56525"/>
                  <a:pt x="11609" y="54471"/>
                </a:cubicBezTo>
                <a:lnTo>
                  <a:pt x="23515" y="42565"/>
                </a:lnTo>
                <a:lnTo>
                  <a:pt x="1697" y="20747"/>
                </a:lnTo>
                <a:cubicBezTo>
                  <a:pt x="595" y="19645"/>
                  <a:pt x="0" y="18187"/>
                  <a:pt x="0" y="16669"/>
                </a:cubicBezTo>
                <a:cubicBezTo>
                  <a:pt x="0" y="15151"/>
                  <a:pt x="595" y="13692"/>
                  <a:pt x="1697" y="12591"/>
                </a:cubicBezTo>
                <a:lnTo>
                  <a:pt x="12591" y="1697"/>
                </a:lnTo>
                <a:cubicBezTo>
                  <a:pt x="13692" y="595"/>
                  <a:pt x="15151" y="0"/>
                  <a:pt x="16669" y="0"/>
                </a:cubicBezTo>
                <a:cubicBezTo>
                  <a:pt x="18187" y="0"/>
                  <a:pt x="19645" y="595"/>
                  <a:pt x="20747" y="1697"/>
                </a:cubicBezTo>
                <a:lnTo>
                  <a:pt x="42565" y="23515"/>
                </a:lnTo>
                <a:lnTo>
                  <a:pt x="54471" y="11609"/>
                </a:lnTo>
                <a:cubicBezTo>
                  <a:pt x="56525" y="9555"/>
                  <a:pt x="59591" y="8959"/>
                  <a:pt x="62270" y="10061"/>
                </a:cubicBezTo>
                <a:cubicBezTo>
                  <a:pt x="64949" y="11162"/>
                  <a:pt x="66675" y="13781"/>
                  <a:pt x="66675" y="16669"/>
                </a:cubicBezTo>
                <a:lnTo>
                  <a:pt x="66675" y="59531"/>
                </a:lnTo>
                <a:cubicBezTo>
                  <a:pt x="66675" y="63490"/>
                  <a:pt x="63490" y="66675"/>
                  <a:pt x="59531" y="66675"/>
                </a:cubicBezTo>
                <a:lnTo>
                  <a:pt x="16669" y="66675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56" name="Text 54"/>
          <p:cNvSpPr/>
          <p:nvPr/>
        </p:nvSpPr>
        <p:spPr>
          <a:xfrm>
            <a:off x="8645500" y="456247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45500" y="4829175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values and aggregate data (daily → monthly averages)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85763" y="5738813"/>
            <a:ext cx="11420475" cy="733425"/>
          </a:xfrm>
          <a:custGeom>
            <a:avLst/>
            <a:gdLst/>
            <a:ahLst/>
            <a:cxnLst/>
            <a:rect l="l" t="t" r="r" b="b"/>
            <a:pathLst>
              <a:path w="11420475" h="733425">
                <a:moveTo>
                  <a:pt x="114297" y="0"/>
                </a:moveTo>
                <a:lnTo>
                  <a:pt x="11306178" y="0"/>
                </a:lnTo>
                <a:cubicBezTo>
                  <a:pt x="11369303" y="0"/>
                  <a:pt x="11420475" y="51172"/>
                  <a:pt x="11420475" y="114297"/>
                </a:cubicBezTo>
                <a:lnTo>
                  <a:pt x="11420475" y="619128"/>
                </a:lnTo>
                <a:cubicBezTo>
                  <a:pt x="11420475" y="682253"/>
                  <a:pt x="11369303" y="733425"/>
                  <a:pt x="1130617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1975" y="59912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0" name="Text 58"/>
          <p:cNvSpPr/>
          <p:nvPr/>
        </p:nvSpPr>
        <p:spPr>
          <a:xfrm>
            <a:off x="942975" y="5857875"/>
            <a:ext cx="609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Principle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42975" y="6124575"/>
            <a:ext cx="608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data preparation ensures reliable insights and accurate climate pattern identification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571857" y="5857875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524232" y="6048375"/>
            <a:ext cx="116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1-2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8094" y="783212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Analysis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8094" y="1200925"/>
            <a:ext cx="1157413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Extracting meaningful insights through systematic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8094" y="1549019"/>
            <a:ext cx="835426" cy="34809"/>
          </a:xfrm>
          <a:custGeom>
            <a:avLst/>
            <a:gdLst/>
            <a:ahLst/>
            <a:cxnLst/>
            <a:rect l="l" t="t" r="r" b="b"/>
            <a:pathLst>
              <a:path w="835426" h="34809">
                <a:moveTo>
                  <a:pt x="0" y="0"/>
                </a:moveTo>
                <a:lnTo>
                  <a:pt x="835426" y="0"/>
                </a:lnTo>
                <a:lnTo>
                  <a:pt x="835426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352445" y="1727418"/>
            <a:ext cx="7518835" cy="1853602"/>
          </a:xfrm>
          <a:custGeom>
            <a:avLst/>
            <a:gdLst/>
            <a:ahLst/>
            <a:cxnLst/>
            <a:rect l="l" t="t" r="r" b="b"/>
            <a:pathLst>
              <a:path w="7518835" h="1853602">
                <a:moveTo>
                  <a:pt x="104432" y="0"/>
                </a:moveTo>
                <a:lnTo>
                  <a:pt x="7414403" y="0"/>
                </a:lnTo>
                <a:cubicBezTo>
                  <a:pt x="7472079" y="0"/>
                  <a:pt x="7518835" y="46756"/>
                  <a:pt x="7518835" y="104432"/>
                </a:cubicBezTo>
                <a:lnTo>
                  <a:pt x="7518835" y="1749170"/>
                </a:lnTo>
                <a:cubicBezTo>
                  <a:pt x="7518835" y="1806846"/>
                  <a:pt x="7472079" y="1853602"/>
                  <a:pt x="7414403" y="1853602"/>
                </a:cubicBezTo>
                <a:lnTo>
                  <a:pt x="104432" y="1853602"/>
                </a:lnTo>
                <a:cubicBezTo>
                  <a:pt x="46756" y="1853602"/>
                  <a:pt x="0" y="1806846"/>
                  <a:pt x="0" y="1749170"/>
                </a:cubicBezTo>
                <a:lnTo>
                  <a:pt x="0" y="104432"/>
                </a:lnTo>
                <a:cubicBezTo>
                  <a:pt x="0" y="46794"/>
                  <a:pt x="46794" y="0"/>
                  <a:pt x="104432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844" y="1905816"/>
            <a:ext cx="487332" cy="487332"/>
          </a:xfrm>
          <a:custGeom>
            <a:avLst/>
            <a:gdLst/>
            <a:ahLst/>
            <a:cxnLst/>
            <a:rect l="l" t="t" r="r" b="b"/>
            <a:pathLst>
              <a:path w="487332" h="487332">
                <a:moveTo>
                  <a:pt x="104430" y="0"/>
                </a:moveTo>
                <a:lnTo>
                  <a:pt x="382902" y="0"/>
                </a:lnTo>
                <a:cubicBezTo>
                  <a:pt x="440577" y="0"/>
                  <a:pt x="487332" y="46755"/>
                  <a:pt x="487332" y="104430"/>
                </a:cubicBezTo>
                <a:lnTo>
                  <a:pt x="487332" y="382902"/>
                </a:lnTo>
                <a:cubicBezTo>
                  <a:pt x="487332" y="440577"/>
                  <a:pt x="440577" y="487332"/>
                  <a:pt x="382902" y="487332"/>
                </a:cubicBezTo>
                <a:lnTo>
                  <a:pt x="104430" y="487332"/>
                </a:lnTo>
                <a:cubicBezTo>
                  <a:pt x="46755" y="487332"/>
                  <a:pt x="0" y="440577"/>
                  <a:pt x="0" y="382902"/>
                </a:cubicBezTo>
                <a:lnTo>
                  <a:pt x="0" y="104430"/>
                </a:lnTo>
                <a:cubicBezTo>
                  <a:pt x="0" y="46755"/>
                  <a:pt x="46755" y="0"/>
                  <a:pt x="10443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0081" y="2045054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3054" y="13054"/>
                </a:moveTo>
                <a:cubicBezTo>
                  <a:pt x="20274" y="13054"/>
                  <a:pt x="26107" y="18887"/>
                  <a:pt x="26107" y="26107"/>
                </a:cubicBezTo>
                <a:lnTo>
                  <a:pt x="26107" y="163169"/>
                </a:lnTo>
                <a:cubicBezTo>
                  <a:pt x="26107" y="166759"/>
                  <a:pt x="29044" y="169696"/>
                  <a:pt x="32634" y="169696"/>
                </a:cubicBezTo>
                <a:lnTo>
                  <a:pt x="195803" y="169696"/>
                </a:lnTo>
                <a:cubicBezTo>
                  <a:pt x="203023" y="169696"/>
                  <a:pt x="208857" y="175529"/>
                  <a:pt x="208857" y="182749"/>
                </a:cubicBezTo>
                <a:cubicBezTo>
                  <a:pt x="208857" y="189970"/>
                  <a:pt x="203023" y="195803"/>
                  <a:pt x="195803" y="195803"/>
                </a:cubicBezTo>
                <a:lnTo>
                  <a:pt x="32634" y="195803"/>
                </a:lnTo>
                <a:cubicBezTo>
                  <a:pt x="14604" y="195803"/>
                  <a:pt x="0" y="181199"/>
                  <a:pt x="0" y="163169"/>
                </a:cubicBezTo>
                <a:lnTo>
                  <a:pt x="0" y="26107"/>
                </a:lnTo>
                <a:cubicBezTo>
                  <a:pt x="0" y="18887"/>
                  <a:pt x="5833" y="13054"/>
                  <a:pt x="13054" y="13054"/>
                </a:cubicBezTo>
                <a:close/>
                <a:moveTo>
                  <a:pt x="52214" y="39161"/>
                </a:moveTo>
                <a:cubicBezTo>
                  <a:pt x="52214" y="31940"/>
                  <a:pt x="58047" y="26107"/>
                  <a:pt x="65268" y="26107"/>
                </a:cubicBezTo>
                <a:lnTo>
                  <a:pt x="143589" y="26107"/>
                </a:lnTo>
                <a:cubicBezTo>
                  <a:pt x="150809" y="26107"/>
                  <a:pt x="156642" y="31940"/>
                  <a:pt x="156642" y="39161"/>
                </a:cubicBezTo>
                <a:cubicBezTo>
                  <a:pt x="156642" y="46381"/>
                  <a:pt x="150809" y="52214"/>
                  <a:pt x="143589" y="52214"/>
                </a:cubicBezTo>
                <a:lnTo>
                  <a:pt x="65268" y="52214"/>
                </a:lnTo>
                <a:cubicBezTo>
                  <a:pt x="58047" y="52214"/>
                  <a:pt x="52214" y="46381"/>
                  <a:pt x="52214" y="39161"/>
                </a:cubicBezTo>
                <a:close/>
                <a:moveTo>
                  <a:pt x="65268" y="71794"/>
                </a:moveTo>
                <a:lnTo>
                  <a:pt x="117482" y="71794"/>
                </a:lnTo>
                <a:cubicBezTo>
                  <a:pt x="124702" y="71794"/>
                  <a:pt x="130535" y="77628"/>
                  <a:pt x="130535" y="84848"/>
                </a:cubicBezTo>
                <a:cubicBezTo>
                  <a:pt x="130535" y="92068"/>
                  <a:pt x="124702" y="97901"/>
                  <a:pt x="117482" y="97901"/>
                </a:cubicBezTo>
                <a:lnTo>
                  <a:pt x="65268" y="97901"/>
                </a:lnTo>
                <a:cubicBezTo>
                  <a:pt x="58047" y="97901"/>
                  <a:pt x="52214" y="92068"/>
                  <a:pt x="52214" y="84848"/>
                </a:cubicBezTo>
                <a:cubicBezTo>
                  <a:pt x="52214" y="77628"/>
                  <a:pt x="58047" y="71794"/>
                  <a:pt x="65268" y="71794"/>
                </a:cubicBezTo>
                <a:close/>
                <a:moveTo>
                  <a:pt x="65268" y="117482"/>
                </a:moveTo>
                <a:lnTo>
                  <a:pt x="169696" y="117482"/>
                </a:lnTo>
                <a:cubicBezTo>
                  <a:pt x="176916" y="117482"/>
                  <a:pt x="182749" y="123315"/>
                  <a:pt x="182749" y="130535"/>
                </a:cubicBezTo>
                <a:cubicBezTo>
                  <a:pt x="182749" y="137756"/>
                  <a:pt x="176916" y="143589"/>
                  <a:pt x="169696" y="143589"/>
                </a:cubicBezTo>
                <a:lnTo>
                  <a:pt x="65268" y="143589"/>
                </a:lnTo>
                <a:cubicBezTo>
                  <a:pt x="58047" y="143589"/>
                  <a:pt x="52214" y="137756"/>
                  <a:pt x="52214" y="130535"/>
                </a:cubicBezTo>
                <a:cubicBezTo>
                  <a:pt x="52214" y="123315"/>
                  <a:pt x="58047" y="117482"/>
                  <a:pt x="65268" y="117482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0" name="Text 8"/>
          <p:cNvSpPr/>
          <p:nvPr/>
        </p:nvSpPr>
        <p:spPr>
          <a:xfrm>
            <a:off x="1157413" y="1905816"/>
            <a:ext cx="662249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7413" y="2219101"/>
            <a:ext cx="6605088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comprehensive statistical analysis to understand data distributions, measure central tendencies, and identify correlations between weather variables.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57413" y="2776051"/>
            <a:ext cx="2105970" cy="626570"/>
          </a:xfrm>
          <a:custGeom>
            <a:avLst/>
            <a:gdLst/>
            <a:ahLst/>
            <a:cxnLst/>
            <a:rect l="l" t="t" r="r" b="b"/>
            <a:pathLst>
              <a:path w="2105970" h="626570">
                <a:moveTo>
                  <a:pt x="69618" y="0"/>
                </a:moveTo>
                <a:lnTo>
                  <a:pt x="2036352" y="0"/>
                </a:lnTo>
                <a:cubicBezTo>
                  <a:pt x="2074801" y="0"/>
                  <a:pt x="2105970" y="31169"/>
                  <a:pt x="2105970" y="69618"/>
                </a:cubicBezTo>
                <a:lnTo>
                  <a:pt x="2105970" y="556951"/>
                </a:lnTo>
                <a:cubicBezTo>
                  <a:pt x="2105970" y="595400"/>
                  <a:pt x="2074801" y="626570"/>
                  <a:pt x="2036352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31383" y="2880480"/>
            <a:ext cx="195803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7032" y="3089336"/>
            <a:ext cx="196673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Normal/ Skewed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69511" y="2776051"/>
            <a:ext cx="2105970" cy="626570"/>
          </a:xfrm>
          <a:custGeom>
            <a:avLst/>
            <a:gdLst/>
            <a:ahLst/>
            <a:cxnLst/>
            <a:rect l="l" t="t" r="r" b="b"/>
            <a:pathLst>
              <a:path w="2105970" h="626570">
                <a:moveTo>
                  <a:pt x="69618" y="0"/>
                </a:moveTo>
                <a:lnTo>
                  <a:pt x="2036352" y="0"/>
                </a:lnTo>
                <a:cubicBezTo>
                  <a:pt x="2074801" y="0"/>
                  <a:pt x="2105970" y="31169"/>
                  <a:pt x="2105970" y="69618"/>
                </a:cubicBezTo>
                <a:lnTo>
                  <a:pt x="2105970" y="556951"/>
                </a:lnTo>
                <a:cubicBezTo>
                  <a:pt x="2105970" y="595400"/>
                  <a:pt x="2074801" y="626570"/>
                  <a:pt x="2036352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43481" y="2880480"/>
            <a:ext cx="195803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39130" y="3089336"/>
            <a:ext cx="196673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Pearson/ Spearman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81609" y="2776051"/>
            <a:ext cx="2105970" cy="626570"/>
          </a:xfrm>
          <a:custGeom>
            <a:avLst/>
            <a:gdLst/>
            <a:ahLst/>
            <a:cxnLst/>
            <a:rect l="l" t="t" r="r" b="b"/>
            <a:pathLst>
              <a:path w="2105970" h="626570">
                <a:moveTo>
                  <a:pt x="69618" y="0"/>
                </a:moveTo>
                <a:lnTo>
                  <a:pt x="2036352" y="0"/>
                </a:lnTo>
                <a:cubicBezTo>
                  <a:pt x="2074801" y="0"/>
                  <a:pt x="2105970" y="31169"/>
                  <a:pt x="2105970" y="69618"/>
                </a:cubicBezTo>
                <a:lnTo>
                  <a:pt x="2105970" y="556951"/>
                </a:lnTo>
                <a:cubicBezTo>
                  <a:pt x="2105970" y="595400"/>
                  <a:pt x="2074801" y="626570"/>
                  <a:pt x="2036352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655579" y="2880480"/>
            <a:ext cx="195803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51228" y="3089336"/>
            <a:ext cx="196673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IQR/ Z-Score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2445" y="3728959"/>
            <a:ext cx="3681096" cy="2097268"/>
          </a:xfrm>
          <a:custGeom>
            <a:avLst/>
            <a:gdLst/>
            <a:ahLst/>
            <a:cxnLst/>
            <a:rect l="l" t="t" r="r" b="b"/>
            <a:pathLst>
              <a:path w="3681096" h="2097268">
                <a:moveTo>
                  <a:pt x="104423" y="0"/>
                </a:moveTo>
                <a:lnTo>
                  <a:pt x="3576673" y="0"/>
                </a:lnTo>
                <a:cubicBezTo>
                  <a:pt x="3634345" y="0"/>
                  <a:pt x="3681096" y="46752"/>
                  <a:pt x="3681096" y="104423"/>
                </a:cubicBezTo>
                <a:lnTo>
                  <a:pt x="3681096" y="1992845"/>
                </a:lnTo>
                <a:cubicBezTo>
                  <a:pt x="3681096" y="2050516"/>
                  <a:pt x="3634345" y="2097268"/>
                  <a:pt x="3576673" y="2097268"/>
                </a:cubicBezTo>
                <a:lnTo>
                  <a:pt x="104423" y="2097268"/>
                </a:lnTo>
                <a:cubicBezTo>
                  <a:pt x="46752" y="2097268"/>
                  <a:pt x="0" y="2050516"/>
                  <a:pt x="0" y="1992845"/>
                </a:cubicBezTo>
                <a:lnTo>
                  <a:pt x="0" y="104423"/>
                </a:lnTo>
                <a:cubicBezTo>
                  <a:pt x="0" y="46790"/>
                  <a:pt x="46790" y="0"/>
                  <a:pt x="104423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844" y="3907358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104428" y="0"/>
                </a:moveTo>
                <a:lnTo>
                  <a:pt x="313285" y="0"/>
                </a:lnTo>
                <a:cubicBezTo>
                  <a:pt x="370959" y="0"/>
                  <a:pt x="417713" y="46754"/>
                  <a:pt x="417713" y="104428"/>
                </a:cubicBezTo>
                <a:lnTo>
                  <a:pt x="417713" y="313285"/>
                </a:lnTo>
                <a:cubicBezTo>
                  <a:pt x="417713" y="370959"/>
                  <a:pt x="370959" y="417713"/>
                  <a:pt x="313285" y="417713"/>
                </a:cubicBezTo>
                <a:lnTo>
                  <a:pt x="104428" y="417713"/>
                </a:lnTo>
                <a:cubicBezTo>
                  <a:pt x="46754" y="417713"/>
                  <a:pt x="0" y="370959"/>
                  <a:pt x="0" y="313285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2677" y="4029191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8934" y="67885"/>
                </a:moveTo>
                <a:lnTo>
                  <a:pt x="29438" y="78389"/>
                </a:lnTo>
                <a:cubicBezTo>
                  <a:pt x="31478" y="80429"/>
                  <a:pt x="34232" y="81585"/>
                  <a:pt x="37121" y="81585"/>
                </a:cubicBezTo>
                <a:lnTo>
                  <a:pt x="44430" y="81585"/>
                </a:lnTo>
                <a:cubicBezTo>
                  <a:pt x="47319" y="81585"/>
                  <a:pt x="50073" y="82740"/>
                  <a:pt x="52112" y="84780"/>
                </a:cubicBezTo>
                <a:lnTo>
                  <a:pt x="62072" y="94740"/>
                </a:lnTo>
                <a:cubicBezTo>
                  <a:pt x="64112" y="96780"/>
                  <a:pt x="65268" y="99533"/>
                  <a:pt x="65268" y="102423"/>
                </a:cubicBezTo>
                <a:lnTo>
                  <a:pt x="65268" y="115170"/>
                </a:lnTo>
                <a:cubicBezTo>
                  <a:pt x="65268" y="118060"/>
                  <a:pt x="66423" y="120813"/>
                  <a:pt x="68463" y="122853"/>
                </a:cubicBezTo>
                <a:lnTo>
                  <a:pt x="72984" y="127374"/>
                </a:lnTo>
                <a:cubicBezTo>
                  <a:pt x="75024" y="129414"/>
                  <a:pt x="76180" y="132167"/>
                  <a:pt x="76180" y="135056"/>
                </a:cubicBezTo>
                <a:lnTo>
                  <a:pt x="76180" y="141413"/>
                </a:lnTo>
                <a:cubicBezTo>
                  <a:pt x="76180" y="147430"/>
                  <a:pt x="81041" y="152291"/>
                  <a:pt x="87058" y="152291"/>
                </a:cubicBezTo>
                <a:cubicBezTo>
                  <a:pt x="93074" y="152291"/>
                  <a:pt x="97935" y="147430"/>
                  <a:pt x="97935" y="141413"/>
                </a:cubicBezTo>
                <a:lnTo>
                  <a:pt x="97935" y="140495"/>
                </a:lnTo>
                <a:cubicBezTo>
                  <a:pt x="97935" y="137606"/>
                  <a:pt x="99091" y="134853"/>
                  <a:pt x="101131" y="132813"/>
                </a:cubicBezTo>
                <a:lnTo>
                  <a:pt x="116530" y="117414"/>
                </a:lnTo>
                <a:cubicBezTo>
                  <a:pt x="118570" y="115374"/>
                  <a:pt x="119725" y="112621"/>
                  <a:pt x="119725" y="109731"/>
                </a:cubicBezTo>
                <a:lnTo>
                  <a:pt x="119725" y="97935"/>
                </a:lnTo>
                <a:cubicBezTo>
                  <a:pt x="119725" y="91919"/>
                  <a:pt x="114864" y="87058"/>
                  <a:pt x="108847" y="87058"/>
                </a:cubicBezTo>
                <a:lnTo>
                  <a:pt x="80735" y="87058"/>
                </a:lnTo>
                <a:cubicBezTo>
                  <a:pt x="77845" y="87058"/>
                  <a:pt x="75092" y="85902"/>
                  <a:pt x="73052" y="83862"/>
                </a:cubicBezTo>
                <a:lnTo>
                  <a:pt x="67613" y="78423"/>
                </a:lnTo>
                <a:cubicBezTo>
                  <a:pt x="66185" y="76995"/>
                  <a:pt x="65370" y="75024"/>
                  <a:pt x="65370" y="72984"/>
                </a:cubicBezTo>
                <a:cubicBezTo>
                  <a:pt x="65370" y="68735"/>
                  <a:pt x="68803" y="65302"/>
                  <a:pt x="73052" y="65302"/>
                </a:cubicBezTo>
                <a:lnTo>
                  <a:pt x="84848" y="65302"/>
                </a:lnTo>
                <a:cubicBezTo>
                  <a:pt x="89097" y="65302"/>
                  <a:pt x="92531" y="61868"/>
                  <a:pt x="92531" y="57619"/>
                </a:cubicBezTo>
                <a:cubicBezTo>
                  <a:pt x="92531" y="55579"/>
                  <a:pt x="91715" y="53608"/>
                  <a:pt x="90287" y="52180"/>
                </a:cubicBezTo>
                <a:lnTo>
                  <a:pt x="83590" y="45483"/>
                </a:lnTo>
                <a:cubicBezTo>
                  <a:pt x="82264" y="44192"/>
                  <a:pt x="81585" y="42526"/>
                  <a:pt x="81585" y="40792"/>
                </a:cubicBezTo>
                <a:cubicBezTo>
                  <a:pt x="81585" y="39059"/>
                  <a:pt x="82264" y="37393"/>
                  <a:pt x="83522" y="36135"/>
                </a:cubicBezTo>
                <a:lnTo>
                  <a:pt x="89403" y="30254"/>
                </a:lnTo>
                <a:cubicBezTo>
                  <a:pt x="91375" y="28283"/>
                  <a:pt x="92497" y="25597"/>
                  <a:pt x="92497" y="22810"/>
                </a:cubicBezTo>
                <a:cubicBezTo>
                  <a:pt x="92497" y="20362"/>
                  <a:pt x="91681" y="18153"/>
                  <a:pt x="90321" y="16385"/>
                </a:cubicBezTo>
                <a:cubicBezTo>
                  <a:pt x="89233" y="16351"/>
                  <a:pt x="88145" y="16317"/>
                  <a:pt x="87058" y="16317"/>
                </a:cubicBezTo>
                <a:cubicBezTo>
                  <a:pt x="54628" y="16317"/>
                  <a:pt x="27331" y="38141"/>
                  <a:pt x="18968" y="67885"/>
                </a:cubicBezTo>
                <a:close/>
                <a:moveTo>
                  <a:pt x="157730" y="87024"/>
                </a:moveTo>
                <a:cubicBezTo>
                  <a:pt x="157730" y="75262"/>
                  <a:pt x="154875" y="64180"/>
                  <a:pt x="149776" y="54458"/>
                </a:cubicBezTo>
                <a:cubicBezTo>
                  <a:pt x="147600" y="54764"/>
                  <a:pt x="145459" y="55783"/>
                  <a:pt x="143691" y="57551"/>
                </a:cubicBezTo>
                <a:lnTo>
                  <a:pt x="139136" y="62106"/>
                </a:lnTo>
                <a:cubicBezTo>
                  <a:pt x="137096" y="64146"/>
                  <a:pt x="135940" y="66899"/>
                  <a:pt x="135940" y="69789"/>
                </a:cubicBezTo>
                <a:lnTo>
                  <a:pt x="135940" y="81585"/>
                </a:lnTo>
                <a:cubicBezTo>
                  <a:pt x="135940" y="87601"/>
                  <a:pt x="140801" y="92463"/>
                  <a:pt x="146818" y="92463"/>
                </a:cubicBezTo>
                <a:lnTo>
                  <a:pt x="155011" y="92463"/>
                </a:lnTo>
                <a:cubicBezTo>
                  <a:pt x="155861" y="92463"/>
                  <a:pt x="156710" y="92361"/>
                  <a:pt x="157492" y="92191"/>
                </a:cubicBezTo>
                <a:cubicBezTo>
                  <a:pt x="157628" y="90491"/>
                  <a:pt x="157662" y="88757"/>
                  <a:pt x="157662" y="87024"/>
                </a:cubicBezTo>
                <a:close/>
                <a:moveTo>
                  <a:pt x="0" y="87024"/>
                </a:moveTo>
                <a:cubicBezTo>
                  <a:pt x="0" y="38994"/>
                  <a:pt x="38994" y="0"/>
                  <a:pt x="87024" y="0"/>
                </a:cubicBezTo>
                <a:cubicBezTo>
                  <a:pt x="135053" y="0"/>
                  <a:pt x="174047" y="38994"/>
                  <a:pt x="174047" y="87024"/>
                </a:cubicBezTo>
                <a:cubicBezTo>
                  <a:pt x="174047" y="135053"/>
                  <a:pt x="135053" y="174047"/>
                  <a:pt x="87024" y="174047"/>
                </a:cubicBezTo>
                <a:cubicBezTo>
                  <a:pt x="38994" y="174047"/>
                  <a:pt x="0" y="135053"/>
                  <a:pt x="0" y="87024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52985" y="3994381"/>
            <a:ext cx="154901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Comparison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844" y="4429499"/>
            <a:ext cx="3393919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weather conditions across different geographical scales: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844" y="5038664"/>
            <a:ext cx="69619" cy="69619"/>
          </a:xfrm>
          <a:custGeom>
            <a:avLst/>
            <a:gdLst/>
            <a:ahLst/>
            <a:cxnLst/>
            <a:rect l="l" t="t" r="r" b="b"/>
            <a:pathLst>
              <a:path w="69619" h="69619">
                <a:moveTo>
                  <a:pt x="34809" y="0"/>
                </a:moveTo>
                <a:lnTo>
                  <a:pt x="34809" y="0"/>
                </a:lnTo>
                <a:cubicBezTo>
                  <a:pt x="54021" y="0"/>
                  <a:pt x="69619" y="15598"/>
                  <a:pt x="69619" y="34809"/>
                </a:cubicBezTo>
                <a:lnTo>
                  <a:pt x="69619" y="34809"/>
                </a:lnTo>
                <a:cubicBezTo>
                  <a:pt x="69619" y="54021"/>
                  <a:pt x="54021" y="69619"/>
                  <a:pt x="3480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670081" y="4986450"/>
            <a:ext cx="112260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Countries &amp; Regions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0844" y="5282330"/>
            <a:ext cx="69619" cy="69619"/>
          </a:xfrm>
          <a:custGeom>
            <a:avLst/>
            <a:gdLst/>
            <a:ahLst/>
            <a:cxnLst/>
            <a:rect l="l" t="t" r="r" b="b"/>
            <a:pathLst>
              <a:path w="69619" h="69619">
                <a:moveTo>
                  <a:pt x="34809" y="0"/>
                </a:moveTo>
                <a:lnTo>
                  <a:pt x="34809" y="0"/>
                </a:lnTo>
                <a:cubicBezTo>
                  <a:pt x="54021" y="0"/>
                  <a:pt x="69619" y="15598"/>
                  <a:pt x="69619" y="34809"/>
                </a:cubicBezTo>
                <a:lnTo>
                  <a:pt x="69619" y="34809"/>
                </a:lnTo>
                <a:cubicBezTo>
                  <a:pt x="69619" y="54021"/>
                  <a:pt x="54021" y="69619"/>
                  <a:pt x="3480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670081" y="5230116"/>
            <a:ext cx="1122604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Continental Patterns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0844" y="5525996"/>
            <a:ext cx="69619" cy="69619"/>
          </a:xfrm>
          <a:custGeom>
            <a:avLst/>
            <a:gdLst/>
            <a:ahLst/>
            <a:cxnLst/>
            <a:rect l="l" t="t" r="r" b="b"/>
            <a:pathLst>
              <a:path w="69619" h="69619">
                <a:moveTo>
                  <a:pt x="34809" y="0"/>
                </a:moveTo>
                <a:lnTo>
                  <a:pt x="34809" y="0"/>
                </a:lnTo>
                <a:cubicBezTo>
                  <a:pt x="54021" y="0"/>
                  <a:pt x="69619" y="15598"/>
                  <a:pt x="69619" y="34809"/>
                </a:cubicBezTo>
                <a:lnTo>
                  <a:pt x="69619" y="34809"/>
                </a:lnTo>
                <a:cubicBezTo>
                  <a:pt x="69619" y="54021"/>
                  <a:pt x="54021" y="69619"/>
                  <a:pt x="3480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1" name="Text 29"/>
          <p:cNvSpPr/>
          <p:nvPr/>
        </p:nvSpPr>
        <p:spPr>
          <a:xfrm>
            <a:off x="670081" y="5473782"/>
            <a:ext cx="80931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Zones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183997" y="3728959"/>
            <a:ext cx="3681096" cy="2097268"/>
          </a:xfrm>
          <a:custGeom>
            <a:avLst/>
            <a:gdLst/>
            <a:ahLst/>
            <a:cxnLst/>
            <a:rect l="l" t="t" r="r" b="b"/>
            <a:pathLst>
              <a:path w="3681096" h="2097268">
                <a:moveTo>
                  <a:pt x="104423" y="0"/>
                </a:moveTo>
                <a:lnTo>
                  <a:pt x="3576673" y="0"/>
                </a:lnTo>
                <a:cubicBezTo>
                  <a:pt x="3634345" y="0"/>
                  <a:pt x="3681096" y="46752"/>
                  <a:pt x="3681096" y="104423"/>
                </a:cubicBezTo>
                <a:lnTo>
                  <a:pt x="3681096" y="1992845"/>
                </a:lnTo>
                <a:cubicBezTo>
                  <a:pt x="3681096" y="2050516"/>
                  <a:pt x="3634345" y="2097268"/>
                  <a:pt x="3576673" y="2097268"/>
                </a:cubicBezTo>
                <a:lnTo>
                  <a:pt x="104423" y="2097268"/>
                </a:lnTo>
                <a:cubicBezTo>
                  <a:pt x="46752" y="2097268"/>
                  <a:pt x="0" y="2050516"/>
                  <a:pt x="0" y="1992845"/>
                </a:cubicBezTo>
                <a:lnTo>
                  <a:pt x="0" y="104423"/>
                </a:lnTo>
                <a:cubicBezTo>
                  <a:pt x="0" y="46790"/>
                  <a:pt x="46790" y="0"/>
                  <a:pt x="104423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62396" y="3907358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104428" y="0"/>
                </a:moveTo>
                <a:lnTo>
                  <a:pt x="313285" y="0"/>
                </a:lnTo>
                <a:cubicBezTo>
                  <a:pt x="370959" y="0"/>
                  <a:pt x="417713" y="46754"/>
                  <a:pt x="417713" y="104428"/>
                </a:cubicBezTo>
                <a:lnTo>
                  <a:pt x="417713" y="313285"/>
                </a:lnTo>
                <a:cubicBezTo>
                  <a:pt x="417713" y="370959"/>
                  <a:pt x="370959" y="417713"/>
                  <a:pt x="313285" y="417713"/>
                </a:cubicBezTo>
                <a:lnTo>
                  <a:pt x="104428" y="417713"/>
                </a:lnTo>
                <a:cubicBezTo>
                  <a:pt x="46754" y="417713"/>
                  <a:pt x="0" y="370959"/>
                  <a:pt x="0" y="313285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95107" y="4029191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43512" y="0"/>
                </a:moveTo>
                <a:cubicBezTo>
                  <a:pt x="49529" y="0"/>
                  <a:pt x="54390" y="4861"/>
                  <a:pt x="54390" y="10878"/>
                </a:cubicBezTo>
                <a:lnTo>
                  <a:pt x="54390" y="21756"/>
                </a:lnTo>
                <a:lnTo>
                  <a:pt x="97901" y="21756"/>
                </a:lnTo>
                <a:lnTo>
                  <a:pt x="97901" y="10878"/>
                </a:lnTo>
                <a:cubicBezTo>
                  <a:pt x="97901" y="4861"/>
                  <a:pt x="102763" y="0"/>
                  <a:pt x="108779" y="0"/>
                </a:cubicBezTo>
                <a:cubicBezTo>
                  <a:pt x="114796" y="0"/>
                  <a:pt x="119657" y="4861"/>
                  <a:pt x="119657" y="10878"/>
                </a:cubicBezTo>
                <a:lnTo>
                  <a:pt x="119657" y="21756"/>
                </a:lnTo>
                <a:lnTo>
                  <a:pt x="130535" y="21756"/>
                </a:lnTo>
                <a:cubicBezTo>
                  <a:pt x="142535" y="21756"/>
                  <a:pt x="152291" y="31512"/>
                  <a:pt x="152291" y="43512"/>
                </a:cubicBezTo>
                <a:lnTo>
                  <a:pt x="152291" y="141413"/>
                </a:lnTo>
                <a:cubicBezTo>
                  <a:pt x="152291" y="153413"/>
                  <a:pt x="142535" y="163169"/>
                  <a:pt x="130535" y="163169"/>
                </a:cubicBezTo>
                <a:lnTo>
                  <a:pt x="21756" y="163169"/>
                </a:lnTo>
                <a:cubicBezTo>
                  <a:pt x="9756" y="163169"/>
                  <a:pt x="0" y="153413"/>
                  <a:pt x="0" y="141413"/>
                </a:cubicBezTo>
                <a:lnTo>
                  <a:pt x="0" y="43512"/>
                </a:lnTo>
                <a:cubicBezTo>
                  <a:pt x="0" y="31512"/>
                  <a:pt x="9756" y="21756"/>
                  <a:pt x="21756" y="21756"/>
                </a:cubicBezTo>
                <a:lnTo>
                  <a:pt x="32634" y="21756"/>
                </a:lnTo>
                <a:lnTo>
                  <a:pt x="32634" y="10878"/>
                </a:lnTo>
                <a:cubicBezTo>
                  <a:pt x="32634" y="4861"/>
                  <a:pt x="37495" y="0"/>
                  <a:pt x="43512" y="0"/>
                </a:cubicBezTo>
                <a:close/>
                <a:moveTo>
                  <a:pt x="104836" y="77743"/>
                </a:moveTo>
                <a:cubicBezTo>
                  <a:pt x="107216" y="73936"/>
                  <a:pt x="106060" y="68905"/>
                  <a:pt x="102253" y="66491"/>
                </a:cubicBezTo>
                <a:cubicBezTo>
                  <a:pt x="98445" y="64078"/>
                  <a:pt x="93414" y="65268"/>
                  <a:pt x="91001" y="69075"/>
                </a:cubicBezTo>
                <a:lnTo>
                  <a:pt x="70129" y="102491"/>
                </a:lnTo>
                <a:lnTo>
                  <a:pt x="60950" y="90253"/>
                </a:lnTo>
                <a:cubicBezTo>
                  <a:pt x="58231" y="86650"/>
                  <a:pt x="53132" y="85902"/>
                  <a:pt x="49529" y="88621"/>
                </a:cubicBezTo>
                <a:cubicBezTo>
                  <a:pt x="45925" y="91341"/>
                  <a:pt x="45177" y="96440"/>
                  <a:pt x="47897" y="100043"/>
                </a:cubicBezTo>
                <a:lnTo>
                  <a:pt x="64214" y="121799"/>
                </a:lnTo>
                <a:cubicBezTo>
                  <a:pt x="65812" y="123941"/>
                  <a:pt x="68395" y="125164"/>
                  <a:pt x="71081" y="125062"/>
                </a:cubicBezTo>
                <a:cubicBezTo>
                  <a:pt x="73766" y="124960"/>
                  <a:pt x="76214" y="123533"/>
                  <a:pt x="77641" y="121221"/>
                </a:cubicBezTo>
                <a:lnTo>
                  <a:pt x="104836" y="77709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35" name="Text 33"/>
          <p:cNvSpPr/>
          <p:nvPr/>
        </p:nvSpPr>
        <p:spPr>
          <a:xfrm>
            <a:off x="4884537" y="3994381"/>
            <a:ext cx="134886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Patterns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62396" y="4429499"/>
            <a:ext cx="3393919" cy="226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recurring patterns and long-term trends: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62396" y="4812403"/>
            <a:ext cx="69619" cy="69619"/>
          </a:xfrm>
          <a:custGeom>
            <a:avLst/>
            <a:gdLst/>
            <a:ahLst/>
            <a:cxnLst/>
            <a:rect l="l" t="t" r="r" b="b"/>
            <a:pathLst>
              <a:path w="69619" h="69619">
                <a:moveTo>
                  <a:pt x="34809" y="0"/>
                </a:moveTo>
                <a:lnTo>
                  <a:pt x="34809" y="0"/>
                </a:lnTo>
                <a:cubicBezTo>
                  <a:pt x="54021" y="0"/>
                  <a:pt x="69619" y="15598"/>
                  <a:pt x="69619" y="34809"/>
                </a:cubicBezTo>
                <a:lnTo>
                  <a:pt x="69619" y="34809"/>
                </a:lnTo>
                <a:cubicBezTo>
                  <a:pt x="69619" y="54021"/>
                  <a:pt x="54021" y="69619"/>
                  <a:pt x="3480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38" name="Text 36"/>
          <p:cNvSpPr/>
          <p:nvPr/>
        </p:nvSpPr>
        <p:spPr>
          <a:xfrm>
            <a:off x="4501633" y="4760188"/>
            <a:ext cx="905045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Cycles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62396" y="5056069"/>
            <a:ext cx="69619" cy="69619"/>
          </a:xfrm>
          <a:custGeom>
            <a:avLst/>
            <a:gdLst/>
            <a:ahLst/>
            <a:cxnLst/>
            <a:rect l="l" t="t" r="r" b="b"/>
            <a:pathLst>
              <a:path w="69619" h="69619">
                <a:moveTo>
                  <a:pt x="34809" y="0"/>
                </a:moveTo>
                <a:lnTo>
                  <a:pt x="34809" y="0"/>
                </a:lnTo>
                <a:cubicBezTo>
                  <a:pt x="54021" y="0"/>
                  <a:pt x="69619" y="15598"/>
                  <a:pt x="69619" y="34809"/>
                </a:cubicBezTo>
                <a:lnTo>
                  <a:pt x="69619" y="34809"/>
                </a:lnTo>
                <a:cubicBezTo>
                  <a:pt x="69619" y="54021"/>
                  <a:pt x="54021" y="69619"/>
                  <a:pt x="3480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40" name="Text 38"/>
          <p:cNvSpPr/>
          <p:nvPr/>
        </p:nvSpPr>
        <p:spPr>
          <a:xfrm>
            <a:off x="4501633" y="5003854"/>
            <a:ext cx="127924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Year-over-Year Trends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62396" y="5299734"/>
            <a:ext cx="69619" cy="69619"/>
          </a:xfrm>
          <a:custGeom>
            <a:avLst/>
            <a:gdLst/>
            <a:ahLst/>
            <a:cxnLst/>
            <a:rect l="l" t="t" r="r" b="b"/>
            <a:pathLst>
              <a:path w="69619" h="69619">
                <a:moveTo>
                  <a:pt x="34809" y="0"/>
                </a:moveTo>
                <a:lnTo>
                  <a:pt x="34809" y="0"/>
                </a:lnTo>
                <a:cubicBezTo>
                  <a:pt x="54021" y="0"/>
                  <a:pt x="69619" y="15598"/>
                  <a:pt x="69619" y="34809"/>
                </a:cubicBezTo>
                <a:lnTo>
                  <a:pt x="69619" y="34809"/>
                </a:lnTo>
                <a:cubicBezTo>
                  <a:pt x="69619" y="54021"/>
                  <a:pt x="54021" y="69619"/>
                  <a:pt x="34809" y="69619"/>
                </a:cubicBezTo>
                <a:lnTo>
                  <a:pt x="34809" y="69619"/>
                </a:lnTo>
                <a:cubicBezTo>
                  <a:pt x="15598" y="69619"/>
                  <a:pt x="0" y="54021"/>
                  <a:pt x="0" y="34809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42" name="Text 40"/>
          <p:cNvSpPr/>
          <p:nvPr/>
        </p:nvSpPr>
        <p:spPr>
          <a:xfrm>
            <a:off x="4501633" y="5247520"/>
            <a:ext cx="128794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Change Signals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85236" y="1727418"/>
            <a:ext cx="3750715" cy="3367812"/>
          </a:xfrm>
          <a:custGeom>
            <a:avLst/>
            <a:gdLst/>
            <a:ahLst/>
            <a:cxnLst/>
            <a:rect l="l" t="t" r="r" b="b"/>
            <a:pathLst>
              <a:path w="3750715" h="3367812">
                <a:moveTo>
                  <a:pt x="104436" y="0"/>
                </a:moveTo>
                <a:lnTo>
                  <a:pt x="3646279" y="0"/>
                </a:lnTo>
                <a:cubicBezTo>
                  <a:pt x="3703958" y="0"/>
                  <a:pt x="3750715" y="46758"/>
                  <a:pt x="3750715" y="104436"/>
                </a:cubicBezTo>
                <a:lnTo>
                  <a:pt x="3750715" y="3263376"/>
                </a:lnTo>
                <a:cubicBezTo>
                  <a:pt x="3750715" y="3321054"/>
                  <a:pt x="3703958" y="3367812"/>
                  <a:pt x="3646279" y="3367812"/>
                </a:cubicBezTo>
                <a:lnTo>
                  <a:pt x="104436" y="3367812"/>
                </a:lnTo>
                <a:cubicBezTo>
                  <a:pt x="46758" y="3367812"/>
                  <a:pt x="0" y="3321054"/>
                  <a:pt x="0" y="3263376"/>
                </a:cubicBezTo>
                <a:lnTo>
                  <a:pt x="0" y="104436"/>
                </a:lnTo>
                <a:cubicBezTo>
                  <a:pt x="0" y="46796"/>
                  <a:pt x="46796" y="0"/>
                  <a:pt x="104436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63634" y="1905816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104428" y="0"/>
                </a:moveTo>
                <a:lnTo>
                  <a:pt x="313285" y="0"/>
                </a:lnTo>
                <a:cubicBezTo>
                  <a:pt x="370959" y="0"/>
                  <a:pt x="417713" y="46754"/>
                  <a:pt x="417713" y="104428"/>
                </a:cubicBezTo>
                <a:lnTo>
                  <a:pt x="417713" y="313285"/>
                </a:lnTo>
                <a:cubicBezTo>
                  <a:pt x="417713" y="370959"/>
                  <a:pt x="370959" y="417713"/>
                  <a:pt x="313285" y="417713"/>
                </a:cubicBezTo>
                <a:lnTo>
                  <a:pt x="104428" y="417713"/>
                </a:lnTo>
                <a:cubicBezTo>
                  <a:pt x="46754" y="417713"/>
                  <a:pt x="0" y="370959"/>
                  <a:pt x="0" y="313285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96345" y="2027649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115170" y="-3365"/>
                </a:moveTo>
                <a:cubicBezTo>
                  <a:pt x="119215" y="-442"/>
                  <a:pt x="120711" y="4861"/>
                  <a:pt x="118876" y="9484"/>
                </a:cubicBezTo>
                <a:lnTo>
                  <a:pt x="92225" y="76146"/>
                </a:lnTo>
                <a:lnTo>
                  <a:pt x="141413" y="76146"/>
                </a:lnTo>
                <a:cubicBezTo>
                  <a:pt x="146002" y="76146"/>
                  <a:pt x="150082" y="79001"/>
                  <a:pt x="151645" y="83318"/>
                </a:cubicBezTo>
                <a:cubicBezTo>
                  <a:pt x="153209" y="87635"/>
                  <a:pt x="151883" y="92463"/>
                  <a:pt x="148382" y="95386"/>
                </a:cubicBezTo>
                <a:lnTo>
                  <a:pt x="50480" y="176971"/>
                </a:lnTo>
                <a:cubicBezTo>
                  <a:pt x="46639" y="180166"/>
                  <a:pt x="41166" y="180336"/>
                  <a:pt x="37121" y="177412"/>
                </a:cubicBezTo>
                <a:cubicBezTo>
                  <a:pt x="33076" y="174489"/>
                  <a:pt x="31580" y="169186"/>
                  <a:pt x="33416" y="164563"/>
                </a:cubicBezTo>
                <a:lnTo>
                  <a:pt x="60067" y="97901"/>
                </a:lnTo>
                <a:lnTo>
                  <a:pt x="10878" y="97901"/>
                </a:lnTo>
                <a:cubicBezTo>
                  <a:pt x="6289" y="97901"/>
                  <a:pt x="2210" y="95046"/>
                  <a:pt x="646" y="90729"/>
                </a:cubicBezTo>
                <a:cubicBezTo>
                  <a:pt x="-918" y="86412"/>
                  <a:pt x="408" y="81585"/>
                  <a:pt x="3909" y="78661"/>
                </a:cubicBezTo>
                <a:lnTo>
                  <a:pt x="101811" y="-2923"/>
                </a:lnTo>
                <a:cubicBezTo>
                  <a:pt x="105652" y="-6119"/>
                  <a:pt x="111125" y="-6289"/>
                  <a:pt x="115170" y="-3365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6" name="Text 44"/>
          <p:cNvSpPr/>
          <p:nvPr/>
        </p:nvSpPr>
        <p:spPr>
          <a:xfrm>
            <a:off x="8785776" y="1992839"/>
            <a:ext cx="115741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Extreme Events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63634" y="2462767"/>
            <a:ext cx="3463537" cy="226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and analyze extreme weather phenomena: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3634" y="2828266"/>
            <a:ext cx="3393919" cy="626570"/>
          </a:xfrm>
          <a:custGeom>
            <a:avLst/>
            <a:gdLst/>
            <a:ahLst/>
            <a:cxnLst/>
            <a:rect l="l" t="t" r="r" b="b"/>
            <a:pathLst>
              <a:path w="3393919" h="626570">
                <a:moveTo>
                  <a:pt x="69618" y="0"/>
                </a:moveTo>
                <a:lnTo>
                  <a:pt x="3324300" y="0"/>
                </a:lnTo>
                <a:cubicBezTo>
                  <a:pt x="3362750" y="0"/>
                  <a:pt x="3393919" y="31169"/>
                  <a:pt x="3393919" y="69618"/>
                </a:cubicBezTo>
                <a:lnTo>
                  <a:pt x="3393919" y="556951"/>
                </a:lnTo>
                <a:cubicBezTo>
                  <a:pt x="3393919" y="595400"/>
                  <a:pt x="3362750" y="626570"/>
                  <a:pt x="3324300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368063" y="2932694"/>
            <a:ext cx="325468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Heat Waves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68063" y="3176360"/>
            <a:ext cx="324597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exceeding historical percentiles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63634" y="3559263"/>
            <a:ext cx="3393919" cy="626570"/>
          </a:xfrm>
          <a:custGeom>
            <a:avLst/>
            <a:gdLst/>
            <a:ahLst/>
            <a:cxnLst/>
            <a:rect l="l" t="t" r="r" b="b"/>
            <a:pathLst>
              <a:path w="3393919" h="626570">
                <a:moveTo>
                  <a:pt x="69618" y="0"/>
                </a:moveTo>
                <a:lnTo>
                  <a:pt x="3324300" y="0"/>
                </a:lnTo>
                <a:cubicBezTo>
                  <a:pt x="3362750" y="0"/>
                  <a:pt x="3393919" y="31169"/>
                  <a:pt x="3393919" y="69618"/>
                </a:cubicBezTo>
                <a:lnTo>
                  <a:pt x="3393919" y="556951"/>
                </a:lnTo>
                <a:cubicBezTo>
                  <a:pt x="3393919" y="595400"/>
                  <a:pt x="3362750" y="626570"/>
                  <a:pt x="3324300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368063" y="3663692"/>
            <a:ext cx="325468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Heavy Precipitation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68063" y="3907358"/>
            <a:ext cx="324597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Rainfall intensity above normal ranges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63634" y="4290261"/>
            <a:ext cx="3393919" cy="626570"/>
          </a:xfrm>
          <a:custGeom>
            <a:avLst/>
            <a:gdLst/>
            <a:ahLst/>
            <a:cxnLst/>
            <a:rect l="l" t="t" r="r" b="b"/>
            <a:pathLst>
              <a:path w="3393919" h="626570">
                <a:moveTo>
                  <a:pt x="69618" y="0"/>
                </a:moveTo>
                <a:lnTo>
                  <a:pt x="3324300" y="0"/>
                </a:lnTo>
                <a:cubicBezTo>
                  <a:pt x="3362750" y="0"/>
                  <a:pt x="3393919" y="31169"/>
                  <a:pt x="3393919" y="69618"/>
                </a:cubicBezTo>
                <a:lnTo>
                  <a:pt x="3393919" y="556951"/>
                </a:lnTo>
                <a:cubicBezTo>
                  <a:pt x="3393919" y="595400"/>
                  <a:pt x="3362750" y="626570"/>
                  <a:pt x="3324300" y="626570"/>
                </a:cubicBezTo>
                <a:lnTo>
                  <a:pt x="69618" y="626570"/>
                </a:lnTo>
                <a:cubicBezTo>
                  <a:pt x="31169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69"/>
                  <a:pt x="31169" y="0"/>
                  <a:pt x="6961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68063" y="4394690"/>
            <a:ext cx="325468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 Extremes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68063" y="4638355"/>
            <a:ext cx="324597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Unusually high wind speed events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85236" y="5243169"/>
            <a:ext cx="3750715" cy="1609936"/>
          </a:xfrm>
          <a:custGeom>
            <a:avLst/>
            <a:gdLst/>
            <a:ahLst/>
            <a:cxnLst/>
            <a:rect l="l" t="t" r="r" b="b"/>
            <a:pathLst>
              <a:path w="3750715" h="1609936">
                <a:moveTo>
                  <a:pt x="104420" y="0"/>
                </a:moveTo>
                <a:lnTo>
                  <a:pt x="3646295" y="0"/>
                </a:lnTo>
                <a:cubicBezTo>
                  <a:pt x="3703965" y="0"/>
                  <a:pt x="3750715" y="46751"/>
                  <a:pt x="3750715" y="104420"/>
                </a:cubicBezTo>
                <a:lnTo>
                  <a:pt x="3750715" y="1505515"/>
                </a:lnTo>
                <a:cubicBezTo>
                  <a:pt x="3750715" y="1563185"/>
                  <a:pt x="3703965" y="1609936"/>
                  <a:pt x="3646295" y="1609936"/>
                </a:cubicBezTo>
                <a:lnTo>
                  <a:pt x="104420" y="1609936"/>
                </a:lnTo>
                <a:cubicBezTo>
                  <a:pt x="46751" y="1609936"/>
                  <a:pt x="0" y="1563185"/>
                  <a:pt x="0" y="1505515"/>
                </a:cubicBezTo>
                <a:lnTo>
                  <a:pt x="0" y="104420"/>
                </a:lnTo>
                <a:cubicBezTo>
                  <a:pt x="0" y="46789"/>
                  <a:pt x="46789" y="0"/>
                  <a:pt x="104420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63634" y="5421567"/>
            <a:ext cx="347224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Outputs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63634" y="5769662"/>
            <a:ext cx="1183520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Summaries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520899" y="5787066"/>
            <a:ext cx="104428" cy="139238"/>
          </a:xfrm>
          <a:custGeom>
            <a:avLst/>
            <a:gdLst/>
            <a:ahLst/>
            <a:cxnLst/>
            <a:rect l="l" t="t" r="r" b="b"/>
            <a:pathLst>
              <a:path w="104428" h="139238">
                <a:moveTo>
                  <a:pt x="0" y="17405"/>
                </a:moveTo>
                <a:cubicBezTo>
                  <a:pt x="0" y="7805"/>
                  <a:pt x="7805" y="0"/>
                  <a:pt x="17405" y="0"/>
                </a:cubicBezTo>
                <a:lnTo>
                  <a:pt x="58061" y="0"/>
                </a:lnTo>
                <a:cubicBezTo>
                  <a:pt x="62684" y="0"/>
                  <a:pt x="67117" y="1822"/>
                  <a:pt x="70380" y="5085"/>
                </a:cubicBezTo>
                <a:lnTo>
                  <a:pt x="99343" y="34075"/>
                </a:lnTo>
                <a:cubicBezTo>
                  <a:pt x="102606" y="37339"/>
                  <a:pt x="104428" y="41771"/>
                  <a:pt x="104428" y="46394"/>
                </a:cubicBezTo>
                <a:lnTo>
                  <a:pt x="104428" y="121833"/>
                </a:lnTo>
                <a:cubicBezTo>
                  <a:pt x="104428" y="131433"/>
                  <a:pt x="96623" y="139238"/>
                  <a:pt x="87024" y="139238"/>
                </a:cubicBezTo>
                <a:lnTo>
                  <a:pt x="17405" y="139238"/>
                </a:lnTo>
                <a:cubicBezTo>
                  <a:pt x="7805" y="139238"/>
                  <a:pt x="0" y="131433"/>
                  <a:pt x="0" y="121833"/>
                </a:cubicBezTo>
                <a:lnTo>
                  <a:pt x="0" y="17405"/>
                </a:lnTo>
                <a:close/>
                <a:moveTo>
                  <a:pt x="56565" y="15909"/>
                </a:moveTo>
                <a:lnTo>
                  <a:pt x="56565" y="41336"/>
                </a:lnTo>
                <a:cubicBezTo>
                  <a:pt x="56565" y="44953"/>
                  <a:pt x="59475" y="47863"/>
                  <a:pt x="63092" y="47863"/>
                </a:cubicBezTo>
                <a:lnTo>
                  <a:pt x="88519" y="47863"/>
                </a:lnTo>
                <a:lnTo>
                  <a:pt x="56565" y="15909"/>
                </a:lnTo>
                <a:close/>
                <a:moveTo>
                  <a:pt x="32634" y="69619"/>
                </a:moveTo>
                <a:cubicBezTo>
                  <a:pt x="29017" y="69619"/>
                  <a:pt x="26107" y="72529"/>
                  <a:pt x="26107" y="76146"/>
                </a:cubicBezTo>
                <a:cubicBezTo>
                  <a:pt x="26107" y="79763"/>
                  <a:pt x="29017" y="82672"/>
                  <a:pt x="32634" y="82672"/>
                </a:cubicBezTo>
                <a:lnTo>
                  <a:pt x="71794" y="82672"/>
                </a:lnTo>
                <a:cubicBezTo>
                  <a:pt x="75411" y="82672"/>
                  <a:pt x="78321" y="79763"/>
                  <a:pt x="78321" y="76146"/>
                </a:cubicBezTo>
                <a:cubicBezTo>
                  <a:pt x="78321" y="72529"/>
                  <a:pt x="75411" y="69619"/>
                  <a:pt x="71794" y="69619"/>
                </a:cubicBezTo>
                <a:lnTo>
                  <a:pt x="32634" y="69619"/>
                </a:lnTo>
                <a:close/>
                <a:moveTo>
                  <a:pt x="32634" y="95726"/>
                </a:moveTo>
                <a:cubicBezTo>
                  <a:pt x="29017" y="95726"/>
                  <a:pt x="26107" y="98636"/>
                  <a:pt x="26107" y="102253"/>
                </a:cubicBezTo>
                <a:cubicBezTo>
                  <a:pt x="26107" y="105870"/>
                  <a:pt x="29017" y="108779"/>
                  <a:pt x="32634" y="108779"/>
                </a:cubicBezTo>
                <a:lnTo>
                  <a:pt x="71794" y="108779"/>
                </a:lnTo>
                <a:cubicBezTo>
                  <a:pt x="75411" y="108779"/>
                  <a:pt x="78321" y="105870"/>
                  <a:pt x="78321" y="102253"/>
                </a:cubicBezTo>
                <a:cubicBezTo>
                  <a:pt x="78321" y="98636"/>
                  <a:pt x="75411" y="95726"/>
                  <a:pt x="71794" y="95726"/>
                </a:cubicBezTo>
                <a:lnTo>
                  <a:pt x="32634" y="95726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61" name="Text 59"/>
          <p:cNvSpPr/>
          <p:nvPr/>
        </p:nvSpPr>
        <p:spPr>
          <a:xfrm>
            <a:off x="8263634" y="6013328"/>
            <a:ext cx="80931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Trend Reports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503494" y="6030732"/>
            <a:ext cx="139238" cy="139238"/>
          </a:xfrm>
          <a:custGeom>
            <a:avLst/>
            <a:gdLst/>
            <a:ahLst/>
            <a:cxnLst/>
            <a:rect l="l" t="t" r="r" b="b"/>
            <a:pathLst>
              <a:path w="139238" h="139238">
                <a:moveTo>
                  <a:pt x="17405" y="17405"/>
                </a:moveTo>
                <a:cubicBezTo>
                  <a:pt x="17405" y="12591"/>
                  <a:pt x="13516" y="8702"/>
                  <a:pt x="8702" y="8702"/>
                </a:cubicBezTo>
                <a:cubicBezTo>
                  <a:pt x="3889" y="8702"/>
                  <a:pt x="0" y="12591"/>
                  <a:pt x="0" y="17405"/>
                </a:cubicBezTo>
                <a:lnTo>
                  <a:pt x="0" y="108779"/>
                </a:lnTo>
                <a:cubicBezTo>
                  <a:pt x="0" y="120800"/>
                  <a:pt x="9736" y="130535"/>
                  <a:pt x="21756" y="130535"/>
                </a:cubicBezTo>
                <a:lnTo>
                  <a:pt x="130535" y="130535"/>
                </a:lnTo>
                <a:cubicBezTo>
                  <a:pt x="135349" y="130535"/>
                  <a:pt x="139238" y="126646"/>
                  <a:pt x="139238" y="121833"/>
                </a:cubicBezTo>
                <a:cubicBezTo>
                  <a:pt x="139238" y="117019"/>
                  <a:pt x="135349" y="113131"/>
                  <a:pt x="130535" y="113131"/>
                </a:cubicBezTo>
                <a:lnTo>
                  <a:pt x="21756" y="113131"/>
                </a:lnTo>
                <a:cubicBezTo>
                  <a:pt x="19363" y="113131"/>
                  <a:pt x="17405" y="111173"/>
                  <a:pt x="17405" y="108779"/>
                </a:cubicBezTo>
                <a:lnTo>
                  <a:pt x="17405" y="17405"/>
                </a:lnTo>
                <a:close/>
                <a:moveTo>
                  <a:pt x="127979" y="40955"/>
                </a:moveTo>
                <a:cubicBezTo>
                  <a:pt x="131378" y="37556"/>
                  <a:pt x="131378" y="32036"/>
                  <a:pt x="127979" y="28636"/>
                </a:cubicBezTo>
                <a:cubicBezTo>
                  <a:pt x="124580" y="25237"/>
                  <a:pt x="119059" y="25237"/>
                  <a:pt x="115660" y="28636"/>
                </a:cubicBezTo>
                <a:lnTo>
                  <a:pt x="87024" y="57300"/>
                </a:lnTo>
                <a:lnTo>
                  <a:pt x="71414" y="41717"/>
                </a:lnTo>
                <a:cubicBezTo>
                  <a:pt x="68014" y="38318"/>
                  <a:pt x="62494" y="38318"/>
                  <a:pt x="59094" y="41717"/>
                </a:cubicBezTo>
                <a:lnTo>
                  <a:pt x="32987" y="67824"/>
                </a:lnTo>
                <a:cubicBezTo>
                  <a:pt x="29588" y="71223"/>
                  <a:pt x="29588" y="76744"/>
                  <a:pt x="32987" y="80143"/>
                </a:cubicBezTo>
                <a:cubicBezTo>
                  <a:pt x="36387" y="83543"/>
                  <a:pt x="41907" y="83543"/>
                  <a:pt x="45307" y="80143"/>
                </a:cubicBezTo>
                <a:lnTo>
                  <a:pt x="65268" y="60182"/>
                </a:lnTo>
                <a:lnTo>
                  <a:pt x="80878" y="75792"/>
                </a:lnTo>
                <a:cubicBezTo>
                  <a:pt x="84277" y="79191"/>
                  <a:pt x="89797" y="79191"/>
                  <a:pt x="93197" y="75792"/>
                </a:cubicBezTo>
                <a:lnTo>
                  <a:pt x="128006" y="40983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63" name="Text 61"/>
          <p:cNvSpPr/>
          <p:nvPr/>
        </p:nvSpPr>
        <p:spPr>
          <a:xfrm>
            <a:off x="8263634" y="6256994"/>
            <a:ext cx="87023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Alerts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512196" y="6274398"/>
            <a:ext cx="121833" cy="139238"/>
          </a:xfrm>
          <a:custGeom>
            <a:avLst/>
            <a:gdLst/>
            <a:ahLst/>
            <a:cxnLst/>
            <a:rect l="l" t="t" r="r" b="b"/>
            <a:pathLst>
              <a:path w="121833" h="139238">
                <a:moveTo>
                  <a:pt x="60916" y="0"/>
                </a:moveTo>
                <a:cubicBezTo>
                  <a:pt x="56103" y="0"/>
                  <a:pt x="52214" y="3889"/>
                  <a:pt x="52214" y="8702"/>
                </a:cubicBezTo>
                <a:lnTo>
                  <a:pt x="52214" y="9573"/>
                </a:lnTo>
                <a:cubicBezTo>
                  <a:pt x="32362" y="13597"/>
                  <a:pt x="17405" y="31165"/>
                  <a:pt x="17405" y="52214"/>
                </a:cubicBezTo>
                <a:lnTo>
                  <a:pt x="17405" y="58115"/>
                </a:lnTo>
                <a:cubicBezTo>
                  <a:pt x="17405" y="71196"/>
                  <a:pt x="12945" y="83896"/>
                  <a:pt x="4786" y="94121"/>
                </a:cubicBezTo>
                <a:lnTo>
                  <a:pt x="2121" y="97439"/>
                </a:lnTo>
                <a:cubicBezTo>
                  <a:pt x="734" y="99152"/>
                  <a:pt x="0" y="101274"/>
                  <a:pt x="0" y="103476"/>
                </a:cubicBezTo>
                <a:cubicBezTo>
                  <a:pt x="0" y="108807"/>
                  <a:pt x="4324" y="113131"/>
                  <a:pt x="9654" y="113131"/>
                </a:cubicBezTo>
                <a:lnTo>
                  <a:pt x="112152" y="113131"/>
                </a:lnTo>
                <a:cubicBezTo>
                  <a:pt x="117482" y="113131"/>
                  <a:pt x="121806" y="108807"/>
                  <a:pt x="121806" y="103476"/>
                </a:cubicBezTo>
                <a:cubicBezTo>
                  <a:pt x="121806" y="101274"/>
                  <a:pt x="121072" y="99152"/>
                  <a:pt x="119685" y="97439"/>
                </a:cubicBezTo>
                <a:lnTo>
                  <a:pt x="117019" y="94121"/>
                </a:lnTo>
                <a:cubicBezTo>
                  <a:pt x="108888" y="83896"/>
                  <a:pt x="104428" y="71196"/>
                  <a:pt x="104428" y="58115"/>
                </a:cubicBezTo>
                <a:lnTo>
                  <a:pt x="104428" y="52214"/>
                </a:lnTo>
                <a:cubicBezTo>
                  <a:pt x="104428" y="31165"/>
                  <a:pt x="89471" y="13597"/>
                  <a:pt x="69619" y="9573"/>
                </a:cubicBezTo>
                <a:lnTo>
                  <a:pt x="69619" y="8702"/>
                </a:lnTo>
                <a:cubicBezTo>
                  <a:pt x="69619" y="3889"/>
                  <a:pt x="65730" y="0"/>
                  <a:pt x="60916" y="0"/>
                </a:cubicBezTo>
                <a:close/>
                <a:moveTo>
                  <a:pt x="44056" y="126184"/>
                </a:moveTo>
                <a:cubicBezTo>
                  <a:pt x="45987" y="133690"/>
                  <a:pt x="52812" y="139238"/>
                  <a:pt x="60916" y="139238"/>
                </a:cubicBezTo>
                <a:cubicBezTo>
                  <a:pt x="69021" y="139238"/>
                  <a:pt x="75846" y="133690"/>
                  <a:pt x="77777" y="126184"/>
                </a:cubicBezTo>
                <a:lnTo>
                  <a:pt x="44056" y="126184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65" name="Text 63"/>
          <p:cNvSpPr/>
          <p:nvPr/>
        </p:nvSpPr>
        <p:spPr>
          <a:xfrm>
            <a:off x="8263634" y="6500660"/>
            <a:ext cx="115741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Studies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1486089" y="6518064"/>
            <a:ext cx="174047" cy="139238"/>
          </a:xfrm>
          <a:custGeom>
            <a:avLst/>
            <a:gdLst/>
            <a:ahLst/>
            <a:cxnLst/>
            <a:rect l="l" t="t" r="r" b="b"/>
            <a:pathLst>
              <a:path w="174047" h="139238">
                <a:moveTo>
                  <a:pt x="104428" y="8702"/>
                </a:moveTo>
                <a:lnTo>
                  <a:pt x="139238" y="8702"/>
                </a:lnTo>
                <a:cubicBezTo>
                  <a:pt x="144051" y="8702"/>
                  <a:pt x="147940" y="12591"/>
                  <a:pt x="147940" y="17405"/>
                </a:cubicBezTo>
                <a:cubicBezTo>
                  <a:pt x="147940" y="22218"/>
                  <a:pt x="144051" y="26107"/>
                  <a:pt x="139238" y="26107"/>
                </a:cubicBezTo>
                <a:lnTo>
                  <a:pt x="108344" y="26107"/>
                </a:lnTo>
                <a:cubicBezTo>
                  <a:pt x="106930" y="33123"/>
                  <a:pt x="102117" y="38916"/>
                  <a:pt x="95726" y="41690"/>
                </a:cubicBezTo>
                <a:lnTo>
                  <a:pt x="95726" y="121833"/>
                </a:lnTo>
                <a:lnTo>
                  <a:pt x="139238" y="121833"/>
                </a:lnTo>
                <a:cubicBezTo>
                  <a:pt x="144051" y="121833"/>
                  <a:pt x="147940" y="125722"/>
                  <a:pt x="147940" y="130535"/>
                </a:cubicBezTo>
                <a:cubicBezTo>
                  <a:pt x="147940" y="135349"/>
                  <a:pt x="144051" y="139238"/>
                  <a:pt x="139238" y="139238"/>
                </a:cubicBezTo>
                <a:lnTo>
                  <a:pt x="34809" y="139238"/>
                </a:lnTo>
                <a:cubicBezTo>
                  <a:pt x="29996" y="139238"/>
                  <a:pt x="26107" y="135349"/>
                  <a:pt x="26107" y="130535"/>
                </a:cubicBezTo>
                <a:cubicBezTo>
                  <a:pt x="26107" y="125722"/>
                  <a:pt x="29996" y="121833"/>
                  <a:pt x="34809" y="121833"/>
                </a:cubicBezTo>
                <a:lnTo>
                  <a:pt x="78321" y="121833"/>
                </a:lnTo>
                <a:lnTo>
                  <a:pt x="78321" y="41690"/>
                </a:lnTo>
                <a:cubicBezTo>
                  <a:pt x="71930" y="38889"/>
                  <a:pt x="67117" y="33096"/>
                  <a:pt x="65703" y="26107"/>
                </a:cubicBezTo>
                <a:lnTo>
                  <a:pt x="34809" y="26107"/>
                </a:lnTo>
                <a:cubicBezTo>
                  <a:pt x="29996" y="26107"/>
                  <a:pt x="26107" y="22218"/>
                  <a:pt x="26107" y="17405"/>
                </a:cubicBezTo>
                <a:cubicBezTo>
                  <a:pt x="26107" y="12591"/>
                  <a:pt x="29996" y="8702"/>
                  <a:pt x="34809" y="8702"/>
                </a:cubicBezTo>
                <a:lnTo>
                  <a:pt x="69619" y="8702"/>
                </a:lnTo>
                <a:cubicBezTo>
                  <a:pt x="73589" y="3427"/>
                  <a:pt x="79899" y="0"/>
                  <a:pt x="87024" y="0"/>
                </a:cubicBezTo>
                <a:cubicBezTo>
                  <a:pt x="94149" y="0"/>
                  <a:pt x="100458" y="3427"/>
                  <a:pt x="104428" y="8702"/>
                </a:cubicBezTo>
                <a:close/>
                <a:moveTo>
                  <a:pt x="119549" y="87024"/>
                </a:moveTo>
                <a:lnTo>
                  <a:pt x="158927" y="87024"/>
                </a:lnTo>
                <a:lnTo>
                  <a:pt x="139238" y="53248"/>
                </a:lnTo>
                <a:lnTo>
                  <a:pt x="119549" y="87024"/>
                </a:lnTo>
                <a:close/>
                <a:moveTo>
                  <a:pt x="139238" y="113131"/>
                </a:moveTo>
                <a:cubicBezTo>
                  <a:pt x="122132" y="113131"/>
                  <a:pt x="107909" y="103884"/>
                  <a:pt x="104972" y="91674"/>
                </a:cubicBezTo>
                <a:cubicBezTo>
                  <a:pt x="104265" y="88682"/>
                  <a:pt x="105244" y="85609"/>
                  <a:pt x="106794" y="82944"/>
                </a:cubicBezTo>
                <a:lnTo>
                  <a:pt x="132684" y="38562"/>
                </a:lnTo>
                <a:cubicBezTo>
                  <a:pt x="134043" y="36224"/>
                  <a:pt x="136545" y="34809"/>
                  <a:pt x="139238" y="34809"/>
                </a:cubicBezTo>
                <a:cubicBezTo>
                  <a:pt x="141930" y="34809"/>
                  <a:pt x="144432" y="36251"/>
                  <a:pt x="145792" y="38562"/>
                </a:cubicBezTo>
                <a:lnTo>
                  <a:pt x="171681" y="82944"/>
                </a:lnTo>
                <a:cubicBezTo>
                  <a:pt x="173231" y="85609"/>
                  <a:pt x="174210" y="88682"/>
                  <a:pt x="173503" y="91674"/>
                </a:cubicBezTo>
                <a:cubicBezTo>
                  <a:pt x="170566" y="103857"/>
                  <a:pt x="156343" y="113131"/>
                  <a:pt x="139238" y="113131"/>
                </a:cubicBezTo>
                <a:close/>
                <a:moveTo>
                  <a:pt x="34483" y="53248"/>
                </a:moveTo>
                <a:lnTo>
                  <a:pt x="14794" y="87024"/>
                </a:lnTo>
                <a:lnTo>
                  <a:pt x="54199" y="87024"/>
                </a:lnTo>
                <a:lnTo>
                  <a:pt x="34483" y="53248"/>
                </a:lnTo>
                <a:close/>
                <a:moveTo>
                  <a:pt x="245" y="91674"/>
                </a:moveTo>
                <a:cubicBezTo>
                  <a:pt x="-462" y="88682"/>
                  <a:pt x="517" y="85609"/>
                  <a:pt x="2067" y="82944"/>
                </a:cubicBezTo>
                <a:lnTo>
                  <a:pt x="27956" y="38562"/>
                </a:lnTo>
                <a:cubicBezTo>
                  <a:pt x="29316" y="36224"/>
                  <a:pt x="31818" y="34809"/>
                  <a:pt x="34510" y="34809"/>
                </a:cubicBezTo>
                <a:cubicBezTo>
                  <a:pt x="37203" y="34809"/>
                  <a:pt x="39704" y="36251"/>
                  <a:pt x="41064" y="38562"/>
                </a:cubicBezTo>
                <a:lnTo>
                  <a:pt x="66954" y="82944"/>
                </a:lnTo>
                <a:cubicBezTo>
                  <a:pt x="68504" y="85609"/>
                  <a:pt x="69483" y="88682"/>
                  <a:pt x="68776" y="91674"/>
                </a:cubicBezTo>
                <a:cubicBezTo>
                  <a:pt x="65839" y="103857"/>
                  <a:pt x="51616" y="113131"/>
                  <a:pt x="34510" y="113131"/>
                </a:cubicBezTo>
                <a:cubicBezTo>
                  <a:pt x="17405" y="113131"/>
                  <a:pt x="3182" y="103884"/>
                  <a:pt x="245" y="91674"/>
                </a:cubicBezTo>
                <a:close/>
              </a:path>
            </a:pathLst>
          </a:custGeom>
          <a:solidFill>
            <a:srgbClr val="4A908A"/>
          </a:solidFill>
          <a:ln/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1780" y="814006"/>
            <a:ext cx="1163124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Design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1780" y="1248142"/>
            <a:ext cx="1154984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 optimal chart types for climate data communication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1780" y="1609923"/>
            <a:ext cx="868273" cy="36178"/>
          </a:xfrm>
          <a:custGeom>
            <a:avLst/>
            <a:gdLst/>
            <a:ahLst/>
            <a:cxnLst/>
            <a:rect l="l" t="t" r="r" b="b"/>
            <a:pathLst>
              <a:path w="868273" h="36178">
                <a:moveTo>
                  <a:pt x="0" y="0"/>
                </a:moveTo>
                <a:lnTo>
                  <a:pt x="868273" y="0"/>
                </a:lnTo>
                <a:lnTo>
                  <a:pt x="868273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366303" y="1795335"/>
            <a:ext cx="5652819" cy="1962659"/>
          </a:xfrm>
          <a:custGeom>
            <a:avLst/>
            <a:gdLst/>
            <a:ahLst/>
            <a:cxnLst/>
            <a:rect l="l" t="t" r="r" b="b"/>
            <a:pathLst>
              <a:path w="5652819" h="1962659">
                <a:moveTo>
                  <a:pt x="108535" y="0"/>
                </a:moveTo>
                <a:lnTo>
                  <a:pt x="5544284" y="0"/>
                </a:lnTo>
                <a:cubicBezTo>
                  <a:pt x="5604226" y="0"/>
                  <a:pt x="5652819" y="48593"/>
                  <a:pt x="5652819" y="108535"/>
                </a:cubicBezTo>
                <a:lnTo>
                  <a:pt x="5652819" y="1854124"/>
                </a:lnTo>
                <a:cubicBezTo>
                  <a:pt x="5652819" y="1914066"/>
                  <a:pt x="5604226" y="1962659"/>
                  <a:pt x="5544284" y="1962659"/>
                </a:cubicBezTo>
                <a:lnTo>
                  <a:pt x="108535" y="1962659"/>
                </a:lnTo>
                <a:cubicBezTo>
                  <a:pt x="48593" y="1962659"/>
                  <a:pt x="0" y="1914066"/>
                  <a:pt x="0" y="1854124"/>
                </a:cubicBezTo>
                <a:lnTo>
                  <a:pt x="0" y="108535"/>
                </a:lnTo>
                <a:cubicBezTo>
                  <a:pt x="0" y="48633"/>
                  <a:pt x="48633" y="0"/>
                  <a:pt x="108535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1715" y="1980748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6427" y="2125460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17068" y="20350"/>
                </a:moveTo>
                <a:cubicBezTo>
                  <a:pt x="217068" y="15644"/>
                  <a:pt x="214652" y="11277"/>
                  <a:pt x="210624" y="8818"/>
                </a:cubicBezTo>
                <a:cubicBezTo>
                  <a:pt x="206596" y="6359"/>
                  <a:pt x="201636" y="6105"/>
                  <a:pt x="197439" y="8225"/>
                </a:cubicBezTo>
                <a:lnTo>
                  <a:pt x="148175" y="32857"/>
                </a:lnTo>
                <a:lnTo>
                  <a:pt x="72116" y="7462"/>
                </a:lnTo>
                <a:cubicBezTo>
                  <a:pt x="68682" y="6317"/>
                  <a:pt x="64993" y="6571"/>
                  <a:pt x="61771" y="8182"/>
                </a:cubicBezTo>
                <a:lnTo>
                  <a:pt x="7504" y="35316"/>
                </a:lnTo>
                <a:cubicBezTo>
                  <a:pt x="2883" y="37648"/>
                  <a:pt x="0" y="42354"/>
                  <a:pt x="0" y="47484"/>
                </a:cubicBezTo>
                <a:lnTo>
                  <a:pt x="0" y="196718"/>
                </a:lnTo>
                <a:cubicBezTo>
                  <a:pt x="0" y="201424"/>
                  <a:pt x="2417" y="205791"/>
                  <a:pt x="6444" y="208250"/>
                </a:cubicBezTo>
                <a:cubicBezTo>
                  <a:pt x="10472" y="210709"/>
                  <a:pt x="15432" y="210963"/>
                  <a:pt x="19629" y="208843"/>
                </a:cubicBezTo>
                <a:lnTo>
                  <a:pt x="68851" y="184211"/>
                </a:lnTo>
                <a:lnTo>
                  <a:pt x="144910" y="209564"/>
                </a:lnTo>
                <a:cubicBezTo>
                  <a:pt x="148344" y="210709"/>
                  <a:pt x="152033" y="210454"/>
                  <a:pt x="155255" y="208843"/>
                </a:cubicBezTo>
                <a:lnTo>
                  <a:pt x="209522" y="181710"/>
                </a:lnTo>
                <a:cubicBezTo>
                  <a:pt x="214101" y="179420"/>
                  <a:pt x="217026" y="174715"/>
                  <a:pt x="217026" y="169585"/>
                </a:cubicBezTo>
                <a:lnTo>
                  <a:pt x="217026" y="20350"/>
                </a:lnTo>
                <a:close/>
                <a:moveTo>
                  <a:pt x="81401" y="159791"/>
                </a:moveTo>
                <a:lnTo>
                  <a:pt x="81401" y="39174"/>
                </a:lnTo>
                <a:lnTo>
                  <a:pt x="135668" y="57277"/>
                </a:lnTo>
                <a:lnTo>
                  <a:pt x="135668" y="177894"/>
                </a:lnTo>
                <a:lnTo>
                  <a:pt x="81401" y="159791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0" name="Text 8"/>
          <p:cNvSpPr/>
          <p:nvPr/>
        </p:nvSpPr>
        <p:spPr>
          <a:xfrm>
            <a:off x="1202920" y="1980748"/>
            <a:ext cx="472123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Choropleth Maps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2920" y="2306350"/>
            <a:ext cx="4703145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Display geographic patterns and regional variations across the globe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02920" y="2885199"/>
            <a:ext cx="4630789" cy="687383"/>
          </a:xfrm>
          <a:custGeom>
            <a:avLst/>
            <a:gdLst/>
            <a:ahLst/>
            <a:cxnLst/>
            <a:rect l="l" t="t" r="r" b="b"/>
            <a:pathLst>
              <a:path w="4630789" h="687383">
                <a:moveTo>
                  <a:pt x="72354" y="0"/>
                </a:moveTo>
                <a:lnTo>
                  <a:pt x="4558435" y="0"/>
                </a:lnTo>
                <a:cubicBezTo>
                  <a:pt x="4598395" y="0"/>
                  <a:pt x="4630789" y="32394"/>
                  <a:pt x="4630789" y="72354"/>
                </a:cubicBezTo>
                <a:lnTo>
                  <a:pt x="4630789" y="615029"/>
                </a:lnTo>
                <a:cubicBezTo>
                  <a:pt x="4630789" y="654989"/>
                  <a:pt x="4598395" y="687383"/>
                  <a:pt x="4558435" y="687383"/>
                </a:cubicBezTo>
                <a:lnTo>
                  <a:pt x="72354" y="687383"/>
                </a:lnTo>
                <a:cubicBezTo>
                  <a:pt x="32394" y="687383"/>
                  <a:pt x="0" y="654989"/>
                  <a:pt x="0" y="615029"/>
                </a:cubicBezTo>
                <a:lnTo>
                  <a:pt x="0" y="72354"/>
                </a:lnTo>
                <a:cubicBezTo>
                  <a:pt x="0" y="32421"/>
                  <a:pt x="32421" y="0"/>
                  <a:pt x="7235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11454" y="2993733"/>
            <a:ext cx="4477033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Used For: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11454" y="3246979"/>
            <a:ext cx="1302409" cy="217068"/>
          </a:xfrm>
          <a:custGeom>
            <a:avLst/>
            <a:gdLst/>
            <a:ahLst/>
            <a:cxnLst/>
            <a:rect l="l" t="t" r="r" b="b"/>
            <a:pathLst>
              <a:path w="1302409" h="217068">
                <a:moveTo>
                  <a:pt x="36179" y="0"/>
                </a:moveTo>
                <a:lnTo>
                  <a:pt x="1266231" y="0"/>
                </a:lnTo>
                <a:cubicBezTo>
                  <a:pt x="1286212" y="0"/>
                  <a:pt x="1302409" y="16198"/>
                  <a:pt x="1302409" y="36179"/>
                </a:cubicBezTo>
                <a:lnTo>
                  <a:pt x="1302409" y="180889"/>
                </a:lnTo>
                <a:cubicBezTo>
                  <a:pt x="1302409" y="200870"/>
                  <a:pt x="1286212" y="217068"/>
                  <a:pt x="1266231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11454" y="3246979"/>
            <a:ext cx="1356677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by Country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84665" y="3246979"/>
            <a:ext cx="1040119" cy="217068"/>
          </a:xfrm>
          <a:custGeom>
            <a:avLst/>
            <a:gdLst/>
            <a:ahLst/>
            <a:cxnLst/>
            <a:rect l="l" t="t" r="r" b="b"/>
            <a:pathLst>
              <a:path w="1040119" h="217068">
                <a:moveTo>
                  <a:pt x="36179" y="0"/>
                </a:moveTo>
                <a:lnTo>
                  <a:pt x="1003940" y="0"/>
                </a:lnTo>
                <a:cubicBezTo>
                  <a:pt x="1023921" y="0"/>
                  <a:pt x="1040119" y="16198"/>
                  <a:pt x="1040119" y="36179"/>
                </a:cubicBezTo>
                <a:lnTo>
                  <a:pt x="1040119" y="180889"/>
                </a:lnTo>
                <a:cubicBezTo>
                  <a:pt x="1040119" y="200870"/>
                  <a:pt x="1023921" y="217068"/>
                  <a:pt x="1003940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684665" y="3246979"/>
            <a:ext cx="1094386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Precipitation Zones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97069" y="3246979"/>
            <a:ext cx="1022030" cy="217068"/>
          </a:xfrm>
          <a:custGeom>
            <a:avLst/>
            <a:gdLst/>
            <a:ahLst/>
            <a:cxnLst/>
            <a:rect l="l" t="t" r="r" b="b"/>
            <a:pathLst>
              <a:path w="1022030" h="217068">
                <a:moveTo>
                  <a:pt x="36179" y="0"/>
                </a:moveTo>
                <a:lnTo>
                  <a:pt x="985851" y="0"/>
                </a:lnTo>
                <a:cubicBezTo>
                  <a:pt x="1005832" y="0"/>
                  <a:pt x="1022030" y="16198"/>
                  <a:pt x="1022030" y="36179"/>
                </a:cubicBezTo>
                <a:lnTo>
                  <a:pt x="1022030" y="180889"/>
                </a:lnTo>
                <a:cubicBezTo>
                  <a:pt x="1022030" y="200870"/>
                  <a:pt x="1005832" y="217068"/>
                  <a:pt x="985851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797069" y="3246979"/>
            <a:ext cx="1076297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Anomalies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0829" y="1795335"/>
            <a:ext cx="5652819" cy="1962659"/>
          </a:xfrm>
          <a:custGeom>
            <a:avLst/>
            <a:gdLst/>
            <a:ahLst/>
            <a:cxnLst/>
            <a:rect l="l" t="t" r="r" b="b"/>
            <a:pathLst>
              <a:path w="5652819" h="1962659">
                <a:moveTo>
                  <a:pt x="108535" y="0"/>
                </a:moveTo>
                <a:lnTo>
                  <a:pt x="5544284" y="0"/>
                </a:lnTo>
                <a:cubicBezTo>
                  <a:pt x="5604226" y="0"/>
                  <a:pt x="5652819" y="48593"/>
                  <a:pt x="5652819" y="108535"/>
                </a:cubicBezTo>
                <a:lnTo>
                  <a:pt x="5652819" y="1854124"/>
                </a:lnTo>
                <a:cubicBezTo>
                  <a:pt x="5652819" y="1914066"/>
                  <a:pt x="5604226" y="1962659"/>
                  <a:pt x="5544284" y="1962659"/>
                </a:cubicBezTo>
                <a:lnTo>
                  <a:pt x="108535" y="1962659"/>
                </a:lnTo>
                <a:cubicBezTo>
                  <a:pt x="48593" y="1962659"/>
                  <a:pt x="0" y="1914066"/>
                  <a:pt x="0" y="1854124"/>
                </a:cubicBezTo>
                <a:lnTo>
                  <a:pt x="0" y="108535"/>
                </a:lnTo>
                <a:cubicBezTo>
                  <a:pt x="0" y="48633"/>
                  <a:pt x="48633" y="0"/>
                  <a:pt x="108535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6242" y="1980748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00954" y="2125460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7134" y="27134"/>
                </a:moveTo>
                <a:cubicBezTo>
                  <a:pt x="27134" y="19629"/>
                  <a:pt x="21071" y="13567"/>
                  <a:pt x="13567" y="13567"/>
                </a:cubicBezTo>
                <a:cubicBezTo>
                  <a:pt x="6063" y="13567"/>
                  <a:pt x="0" y="19629"/>
                  <a:pt x="0" y="27134"/>
                </a:cubicBezTo>
                <a:lnTo>
                  <a:pt x="0" y="169585"/>
                </a:lnTo>
                <a:cubicBezTo>
                  <a:pt x="0" y="188324"/>
                  <a:pt x="15178" y="203501"/>
                  <a:pt x="33917" y="203501"/>
                </a:cubicBezTo>
                <a:lnTo>
                  <a:pt x="203501" y="203501"/>
                </a:lnTo>
                <a:cubicBezTo>
                  <a:pt x="211006" y="203501"/>
                  <a:pt x="217068" y="197439"/>
                  <a:pt x="217068" y="189935"/>
                </a:cubicBezTo>
                <a:cubicBezTo>
                  <a:pt x="217068" y="182431"/>
                  <a:pt x="211006" y="176368"/>
                  <a:pt x="203501" y="176368"/>
                </a:cubicBezTo>
                <a:lnTo>
                  <a:pt x="33917" y="176368"/>
                </a:lnTo>
                <a:cubicBezTo>
                  <a:pt x="30186" y="176368"/>
                  <a:pt x="27134" y="173315"/>
                  <a:pt x="27134" y="169585"/>
                </a:cubicBezTo>
                <a:lnTo>
                  <a:pt x="27134" y="27134"/>
                </a:lnTo>
                <a:close/>
                <a:moveTo>
                  <a:pt x="199516" y="63849"/>
                </a:moveTo>
                <a:cubicBezTo>
                  <a:pt x="204816" y="58549"/>
                  <a:pt x="204816" y="49943"/>
                  <a:pt x="199516" y="44643"/>
                </a:cubicBezTo>
                <a:cubicBezTo>
                  <a:pt x="194217" y="39344"/>
                  <a:pt x="185610" y="39344"/>
                  <a:pt x="180311" y="44643"/>
                </a:cubicBezTo>
                <a:lnTo>
                  <a:pt x="135668" y="89329"/>
                </a:lnTo>
                <a:lnTo>
                  <a:pt x="111332" y="65036"/>
                </a:lnTo>
                <a:cubicBezTo>
                  <a:pt x="106033" y="59736"/>
                  <a:pt x="97426" y="59736"/>
                  <a:pt x="92127" y="65036"/>
                </a:cubicBezTo>
                <a:lnTo>
                  <a:pt x="51427" y="105736"/>
                </a:lnTo>
                <a:cubicBezTo>
                  <a:pt x="46127" y="111035"/>
                  <a:pt x="46127" y="119642"/>
                  <a:pt x="51427" y="124941"/>
                </a:cubicBezTo>
                <a:cubicBezTo>
                  <a:pt x="56726" y="130241"/>
                  <a:pt x="65332" y="130241"/>
                  <a:pt x="70632" y="124941"/>
                </a:cubicBezTo>
                <a:lnTo>
                  <a:pt x="101751" y="93823"/>
                </a:lnTo>
                <a:lnTo>
                  <a:pt x="126086" y="118158"/>
                </a:lnTo>
                <a:cubicBezTo>
                  <a:pt x="131386" y="123458"/>
                  <a:pt x="139992" y="123458"/>
                  <a:pt x="145292" y="118158"/>
                </a:cubicBezTo>
                <a:lnTo>
                  <a:pt x="199559" y="63891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3" name="Text 21"/>
          <p:cNvSpPr/>
          <p:nvPr/>
        </p:nvSpPr>
        <p:spPr>
          <a:xfrm>
            <a:off x="7007446" y="1980748"/>
            <a:ext cx="472123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 Charts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07446" y="2306350"/>
            <a:ext cx="4703145" cy="23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Track weather trends and changes over time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07446" y="2650042"/>
            <a:ext cx="4630789" cy="687383"/>
          </a:xfrm>
          <a:custGeom>
            <a:avLst/>
            <a:gdLst/>
            <a:ahLst/>
            <a:cxnLst/>
            <a:rect l="l" t="t" r="r" b="b"/>
            <a:pathLst>
              <a:path w="4630789" h="687383">
                <a:moveTo>
                  <a:pt x="72354" y="0"/>
                </a:moveTo>
                <a:lnTo>
                  <a:pt x="4558435" y="0"/>
                </a:lnTo>
                <a:cubicBezTo>
                  <a:pt x="4598395" y="0"/>
                  <a:pt x="4630789" y="32394"/>
                  <a:pt x="4630789" y="72354"/>
                </a:cubicBezTo>
                <a:lnTo>
                  <a:pt x="4630789" y="615029"/>
                </a:lnTo>
                <a:cubicBezTo>
                  <a:pt x="4630789" y="654989"/>
                  <a:pt x="4598395" y="687383"/>
                  <a:pt x="4558435" y="687383"/>
                </a:cubicBezTo>
                <a:lnTo>
                  <a:pt x="72354" y="687383"/>
                </a:lnTo>
                <a:cubicBezTo>
                  <a:pt x="32394" y="687383"/>
                  <a:pt x="0" y="654989"/>
                  <a:pt x="0" y="615029"/>
                </a:cubicBezTo>
                <a:lnTo>
                  <a:pt x="0" y="72354"/>
                </a:lnTo>
                <a:cubicBezTo>
                  <a:pt x="0" y="32421"/>
                  <a:pt x="32421" y="0"/>
                  <a:pt x="7235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115981" y="2758576"/>
            <a:ext cx="4477033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Used For: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5981" y="3011822"/>
            <a:ext cx="1103430" cy="217068"/>
          </a:xfrm>
          <a:custGeom>
            <a:avLst/>
            <a:gdLst/>
            <a:ahLst/>
            <a:cxnLst/>
            <a:rect l="l" t="t" r="r" b="b"/>
            <a:pathLst>
              <a:path w="1103430" h="217068">
                <a:moveTo>
                  <a:pt x="36179" y="0"/>
                </a:moveTo>
                <a:lnTo>
                  <a:pt x="1067252" y="0"/>
                </a:lnTo>
                <a:cubicBezTo>
                  <a:pt x="1087232" y="0"/>
                  <a:pt x="1103430" y="16198"/>
                  <a:pt x="1103430" y="36179"/>
                </a:cubicBezTo>
                <a:lnTo>
                  <a:pt x="1103430" y="180889"/>
                </a:lnTo>
                <a:cubicBezTo>
                  <a:pt x="1103430" y="200870"/>
                  <a:pt x="1087232" y="217068"/>
                  <a:pt x="1067252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115981" y="3011822"/>
            <a:ext cx="1157697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Trends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8163" y="3011822"/>
            <a:ext cx="967763" cy="217068"/>
          </a:xfrm>
          <a:custGeom>
            <a:avLst/>
            <a:gdLst/>
            <a:ahLst/>
            <a:cxnLst/>
            <a:rect l="l" t="t" r="r" b="b"/>
            <a:pathLst>
              <a:path w="967763" h="217068">
                <a:moveTo>
                  <a:pt x="36179" y="0"/>
                </a:moveTo>
                <a:lnTo>
                  <a:pt x="931584" y="0"/>
                </a:lnTo>
                <a:cubicBezTo>
                  <a:pt x="951565" y="0"/>
                  <a:pt x="967763" y="16198"/>
                  <a:pt x="967763" y="36179"/>
                </a:cubicBezTo>
                <a:lnTo>
                  <a:pt x="967763" y="180889"/>
                </a:lnTo>
                <a:cubicBezTo>
                  <a:pt x="967763" y="200870"/>
                  <a:pt x="951565" y="217068"/>
                  <a:pt x="931584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88163" y="3011822"/>
            <a:ext cx="1022030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Patterns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330896" y="3011822"/>
            <a:ext cx="1311454" cy="217068"/>
          </a:xfrm>
          <a:custGeom>
            <a:avLst/>
            <a:gdLst/>
            <a:ahLst/>
            <a:cxnLst/>
            <a:rect l="l" t="t" r="r" b="b"/>
            <a:pathLst>
              <a:path w="1311454" h="217068">
                <a:moveTo>
                  <a:pt x="36179" y="0"/>
                </a:moveTo>
                <a:lnTo>
                  <a:pt x="1275275" y="0"/>
                </a:lnTo>
                <a:cubicBezTo>
                  <a:pt x="1295256" y="0"/>
                  <a:pt x="1311454" y="16198"/>
                  <a:pt x="1311454" y="36179"/>
                </a:cubicBezTo>
                <a:lnTo>
                  <a:pt x="1311454" y="180889"/>
                </a:lnTo>
                <a:cubicBezTo>
                  <a:pt x="1311454" y="200870"/>
                  <a:pt x="1295256" y="217068"/>
                  <a:pt x="1275275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330896" y="3011822"/>
            <a:ext cx="1365721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Year-over-Year Changes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6303" y="3911751"/>
            <a:ext cx="5652819" cy="1727501"/>
          </a:xfrm>
          <a:custGeom>
            <a:avLst/>
            <a:gdLst/>
            <a:ahLst/>
            <a:cxnLst/>
            <a:rect l="l" t="t" r="r" b="b"/>
            <a:pathLst>
              <a:path w="5652819" h="1727501">
                <a:moveTo>
                  <a:pt x="108539" y="0"/>
                </a:moveTo>
                <a:lnTo>
                  <a:pt x="5544280" y="0"/>
                </a:lnTo>
                <a:cubicBezTo>
                  <a:pt x="5604224" y="0"/>
                  <a:pt x="5652819" y="48595"/>
                  <a:pt x="5652819" y="108539"/>
                </a:cubicBezTo>
                <a:lnTo>
                  <a:pt x="5652819" y="1618963"/>
                </a:lnTo>
                <a:cubicBezTo>
                  <a:pt x="5652819" y="1678907"/>
                  <a:pt x="5604224" y="1727501"/>
                  <a:pt x="5544280" y="1727501"/>
                </a:cubicBezTo>
                <a:lnTo>
                  <a:pt x="108539" y="1727501"/>
                </a:lnTo>
                <a:cubicBezTo>
                  <a:pt x="48595" y="1727501"/>
                  <a:pt x="0" y="1678907"/>
                  <a:pt x="0" y="1618963"/>
                </a:cubicBezTo>
                <a:lnTo>
                  <a:pt x="0" y="108539"/>
                </a:lnTo>
                <a:cubicBezTo>
                  <a:pt x="0" y="48635"/>
                  <a:pt x="48635" y="0"/>
                  <a:pt x="108539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715" y="4097163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3561" y="4241875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33917" y="61050"/>
                </a:moveTo>
                <a:cubicBezTo>
                  <a:pt x="52636" y="61050"/>
                  <a:pt x="67834" y="45853"/>
                  <a:pt x="67834" y="27134"/>
                </a:cubicBezTo>
                <a:cubicBezTo>
                  <a:pt x="67834" y="8414"/>
                  <a:pt x="52636" y="-6783"/>
                  <a:pt x="33917" y="-6783"/>
                </a:cubicBezTo>
                <a:cubicBezTo>
                  <a:pt x="15198" y="-6783"/>
                  <a:pt x="0" y="8414"/>
                  <a:pt x="0" y="27134"/>
                </a:cubicBezTo>
                <a:cubicBezTo>
                  <a:pt x="0" y="45853"/>
                  <a:pt x="15198" y="61050"/>
                  <a:pt x="33917" y="61050"/>
                </a:cubicBezTo>
                <a:close/>
                <a:moveTo>
                  <a:pt x="33917" y="142451"/>
                </a:moveTo>
                <a:cubicBezTo>
                  <a:pt x="52636" y="142451"/>
                  <a:pt x="67834" y="127253"/>
                  <a:pt x="67834" y="108534"/>
                </a:cubicBezTo>
                <a:cubicBezTo>
                  <a:pt x="67834" y="89815"/>
                  <a:pt x="52636" y="74617"/>
                  <a:pt x="33917" y="74617"/>
                </a:cubicBezTo>
                <a:cubicBezTo>
                  <a:pt x="15198" y="74617"/>
                  <a:pt x="0" y="89815"/>
                  <a:pt x="0" y="108534"/>
                </a:cubicBezTo>
                <a:cubicBezTo>
                  <a:pt x="0" y="127253"/>
                  <a:pt x="15198" y="142451"/>
                  <a:pt x="33917" y="142451"/>
                </a:cubicBezTo>
                <a:close/>
                <a:moveTo>
                  <a:pt x="33917" y="200110"/>
                </a:moveTo>
                <a:cubicBezTo>
                  <a:pt x="28278" y="200110"/>
                  <a:pt x="23742" y="195573"/>
                  <a:pt x="23742" y="189935"/>
                </a:cubicBezTo>
                <a:cubicBezTo>
                  <a:pt x="23742" y="184296"/>
                  <a:pt x="28278" y="179760"/>
                  <a:pt x="33917" y="179760"/>
                </a:cubicBezTo>
                <a:cubicBezTo>
                  <a:pt x="39556" y="179760"/>
                  <a:pt x="44092" y="184296"/>
                  <a:pt x="44092" y="189935"/>
                </a:cubicBezTo>
                <a:cubicBezTo>
                  <a:pt x="44092" y="195573"/>
                  <a:pt x="39556" y="200110"/>
                  <a:pt x="33917" y="200110"/>
                </a:cubicBezTo>
                <a:close/>
                <a:moveTo>
                  <a:pt x="33917" y="223852"/>
                </a:moveTo>
                <a:cubicBezTo>
                  <a:pt x="52656" y="223852"/>
                  <a:pt x="67834" y="208674"/>
                  <a:pt x="67834" y="189935"/>
                </a:cubicBezTo>
                <a:cubicBezTo>
                  <a:pt x="67834" y="171196"/>
                  <a:pt x="52656" y="156018"/>
                  <a:pt x="33917" y="156018"/>
                </a:cubicBezTo>
                <a:cubicBezTo>
                  <a:pt x="15178" y="156018"/>
                  <a:pt x="0" y="171196"/>
                  <a:pt x="0" y="189935"/>
                </a:cubicBezTo>
                <a:cubicBezTo>
                  <a:pt x="0" y="208674"/>
                  <a:pt x="15178" y="223852"/>
                  <a:pt x="33917" y="223852"/>
                </a:cubicBezTo>
                <a:close/>
                <a:moveTo>
                  <a:pt x="139059" y="189935"/>
                </a:moveTo>
                <a:cubicBezTo>
                  <a:pt x="139059" y="195573"/>
                  <a:pt x="134523" y="200110"/>
                  <a:pt x="128884" y="200110"/>
                </a:cubicBezTo>
                <a:cubicBezTo>
                  <a:pt x="123246" y="200110"/>
                  <a:pt x="118709" y="195573"/>
                  <a:pt x="118709" y="189935"/>
                </a:cubicBezTo>
                <a:cubicBezTo>
                  <a:pt x="118709" y="184296"/>
                  <a:pt x="123246" y="179760"/>
                  <a:pt x="128884" y="179760"/>
                </a:cubicBezTo>
                <a:cubicBezTo>
                  <a:pt x="134523" y="179760"/>
                  <a:pt x="139059" y="184296"/>
                  <a:pt x="139059" y="189935"/>
                </a:cubicBezTo>
                <a:close/>
                <a:moveTo>
                  <a:pt x="162801" y="189935"/>
                </a:moveTo>
                <a:cubicBezTo>
                  <a:pt x="162801" y="171196"/>
                  <a:pt x="147623" y="156018"/>
                  <a:pt x="128884" y="156018"/>
                </a:cubicBezTo>
                <a:cubicBezTo>
                  <a:pt x="110145" y="156018"/>
                  <a:pt x="94967" y="171196"/>
                  <a:pt x="94967" y="189935"/>
                </a:cubicBezTo>
                <a:cubicBezTo>
                  <a:pt x="94967" y="208674"/>
                  <a:pt x="110145" y="223852"/>
                  <a:pt x="128884" y="223852"/>
                </a:cubicBezTo>
                <a:cubicBezTo>
                  <a:pt x="147623" y="223852"/>
                  <a:pt x="162801" y="208674"/>
                  <a:pt x="162801" y="189935"/>
                </a:cubicBezTo>
                <a:close/>
                <a:moveTo>
                  <a:pt x="128884" y="98359"/>
                </a:moveTo>
                <a:cubicBezTo>
                  <a:pt x="134500" y="98359"/>
                  <a:pt x="139059" y="102918"/>
                  <a:pt x="139059" y="108534"/>
                </a:cubicBezTo>
                <a:cubicBezTo>
                  <a:pt x="139059" y="114150"/>
                  <a:pt x="134500" y="118709"/>
                  <a:pt x="128884" y="118709"/>
                </a:cubicBezTo>
                <a:cubicBezTo>
                  <a:pt x="123268" y="118709"/>
                  <a:pt x="118709" y="114150"/>
                  <a:pt x="118709" y="108534"/>
                </a:cubicBezTo>
                <a:cubicBezTo>
                  <a:pt x="118709" y="102918"/>
                  <a:pt x="123268" y="98359"/>
                  <a:pt x="128884" y="98359"/>
                </a:cubicBezTo>
                <a:close/>
                <a:moveTo>
                  <a:pt x="128884" y="142451"/>
                </a:moveTo>
                <a:cubicBezTo>
                  <a:pt x="147604" y="142451"/>
                  <a:pt x="162801" y="127253"/>
                  <a:pt x="162801" y="108534"/>
                </a:cubicBezTo>
                <a:cubicBezTo>
                  <a:pt x="162801" y="89815"/>
                  <a:pt x="147604" y="74617"/>
                  <a:pt x="128884" y="74617"/>
                </a:cubicBezTo>
                <a:cubicBezTo>
                  <a:pt x="110165" y="74617"/>
                  <a:pt x="94967" y="89815"/>
                  <a:pt x="94967" y="108534"/>
                </a:cubicBezTo>
                <a:cubicBezTo>
                  <a:pt x="94967" y="127253"/>
                  <a:pt x="110165" y="142451"/>
                  <a:pt x="128884" y="142451"/>
                </a:cubicBezTo>
                <a:close/>
                <a:moveTo>
                  <a:pt x="128884" y="61050"/>
                </a:moveTo>
                <a:cubicBezTo>
                  <a:pt x="147604" y="61050"/>
                  <a:pt x="162801" y="45853"/>
                  <a:pt x="162801" y="27134"/>
                </a:cubicBezTo>
                <a:cubicBezTo>
                  <a:pt x="162801" y="8414"/>
                  <a:pt x="147604" y="-6783"/>
                  <a:pt x="128884" y="-6783"/>
                </a:cubicBezTo>
                <a:cubicBezTo>
                  <a:pt x="110165" y="-6783"/>
                  <a:pt x="94967" y="8414"/>
                  <a:pt x="94967" y="27134"/>
                </a:cubicBezTo>
                <a:cubicBezTo>
                  <a:pt x="94967" y="45853"/>
                  <a:pt x="110165" y="61050"/>
                  <a:pt x="128884" y="6105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36" name="Text 34"/>
          <p:cNvSpPr/>
          <p:nvPr/>
        </p:nvSpPr>
        <p:spPr>
          <a:xfrm>
            <a:off x="1202920" y="4097163"/>
            <a:ext cx="472123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Scatterplots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02920" y="4422766"/>
            <a:ext cx="4703145" cy="23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Reveal correlations between weather variables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02920" y="4766457"/>
            <a:ext cx="4630789" cy="687383"/>
          </a:xfrm>
          <a:custGeom>
            <a:avLst/>
            <a:gdLst/>
            <a:ahLst/>
            <a:cxnLst/>
            <a:rect l="l" t="t" r="r" b="b"/>
            <a:pathLst>
              <a:path w="4630789" h="687383">
                <a:moveTo>
                  <a:pt x="72354" y="0"/>
                </a:moveTo>
                <a:lnTo>
                  <a:pt x="4558435" y="0"/>
                </a:lnTo>
                <a:cubicBezTo>
                  <a:pt x="4598395" y="0"/>
                  <a:pt x="4630789" y="32394"/>
                  <a:pt x="4630789" y="72354"/>
                </a:cubicBezTo>
                <a:lnTo>
                  <a:pt x="4630789" y="615029"/>
                </a:lnTo>
                <a:cubicBezTo>
                  <a:pt x="4630789" y="654989"/>
                  <a:pt x="4598395" y="687383"/>
                  <a:pt x="4558435" y="687383"/>
                </a:cubicBezTo>
                <a:lnTo>
                  <a:pt x="72354" y="687383"/>
                </a:lnTo>
                <a:cubicBezTo>
                  <a:pt x="32394" y="687383"/>
                  <a:pt x="0" y="654989"/>
                  <a:pt x="0" y="615029"/>
                </a:cubicBezTo>
                <a:lnTo>
                  <a:pt x="0" y="72354"/>
                </a:lnTo>
                <a:cubicBezTo>
                  <a:pt x="0" y="32421"/>
                  <a:pt x="32421" y="0"/>
                  <a:pt x="7235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311454" y="4874991"/>
            <a:ext cx="4477033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Used For: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311454" y="5128237"/>
            <a:ext cx="1003941" cy="217068"/>
          </a:xfrm>
          <a:custGeom>
            <a:avLst/>
            <a:gdLst/>
            <a:ahLst/>
            <a:cxnLst/>
            <a:rect l="l" t="t" r="r" b="b"/>
            <a:pathLst>
              <a:path w="1003941" h="217068">
                <a:moveTo>
                  <a:pt x="36179" y="0"/>
                </a:moveTo>
                <a:lnTo>
                  <a:pt x="967762" y="0"/>
                </a:lnTo>
                <a:cubicBezTo>
                  <a:pt x="987743" y="0"/>
                  <a:pt x="1003941" y="16198"/>
                  <a:pt x="1003941" y="36179"/>
                </a:cubicBezTo>
                <a:lnTo>
                  <a:pt x="1003941" y="180889"/>
                </a:lnTo>
                <a:cubicBezTo>
                  <a:pt x="1003941" y="200870"/>
                  <a:pt x="987743" y="217068"/>
                  <a:pt x="967762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311454" y="5128237"/>
            <a:ext cx="1058208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 vs Humidity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386196" y="5128237"/>
            <a:ext cx="967763" cy="217068"/>
          </a:xfrm>
          <a:custGeom>
            <a:avLst/>
            <a:gdLst/>
            <a:ahLst/>
            <a:cxnLst/>
            <a:rect l="l" t="t" r="r" b="b"/>
            <a:pathLst>
              <a:path w="967763" h="217068">
                <a:moveTo>
                  <a:pt x="36179" y="0"/>
                </a:moveTo>
                <a:lnTo>
                  <a:pt x="931584" y="0"/>
                </a:lnTo>
                <a:cubicBezTo>
                  <a:pt x="951565" y="0"/>
                  <a:pt x="967763" y="16198"/>
                  <a:pt x="967763" y="36179"/>
                </a:cubicBezTo>
                <a:lnTo>
                  <a:pt x="967763" y="180889"/>
                </a:lnTo>
                <a:cubicBezTo>
                  <a:pt x="967763" y="200870"/>
                  <a:pt x="951565" y="217068"/>
                  <a:pt x="931584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2386196" y="5128237"/>
            <a:ext cx="1022030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 vs Pressure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26174" y="5128237"/>
            <a:ext cx="1221009" cy="217068"/>
          </a:xfrm>
          <a:custGeom>
            <a:avLst/>
            <a:gdLst/>
            <a:ahLst/>
            <a:cxnLst/>
            <a:rect l="l" t="t" r="r" b="b"/>
            <a:pathLst>
              <a:path w="1221009" h="217068">
                <a:moveTo>
                  <a:pt x="36179" y="0"/>
                </a:moveTo>
                <a:lnTo>
                  <a:pt x="1184830" y="0"/>
                </a:lnTo>
                <a:cubicBezTo>
                  <a:pt x="1204811" y="0"/>
                  <a:pt x="1221009" y="16198"/>
                  <a:pt x="1221009" y="36179"/>
                </a:cubicBezTo>
                <a:lnTo>
                  <a:pt x="1221009" y="180889"/>
                </a:lnTo>
                <a:cubicBezTo>
                  <a:pt x="1221009" y="200870"/>
                  <a:pt x="1204811" y="217068"/>
                  <a:pt x="1184830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426174" y="5128237"/>
            <a:ext cx="1275276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Multi-variable Analysis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0829" y="3911751"/>
            <a:ext cx="5652819" cy="1727501"/>
          </a:xfrm>
          <a:custGeom>
            <a:avLst/>
            <a:gdLst/>
            <a:ahLst/>
            <a:cxnLst/>
            <a:rect l="l" t="t" r="r" b="b"/>
            <a:pathLst>
              <a:path w="5652819" h="1727501">
                <a:moveTo>
                  <a:pt x="108539" y="0"/>
                </a:moveTo>
                <a:lnTo>
                  <a:pt x="5544280" y="0"/>
                </a:lnTo>
                <a:cubicBezTo>
                  <a:pt x="5604224" y="0"/>
                  <a:pt x="5652819" y="48595"/>
                  <a:pt x="5652819" y="108539"/>
                </a:cubicBezTo>
                <a:lnTo>
                  <a:pt x="5652819" y="1618963"/>
                </a:lnTo>
                <a:cubicBezTo>
                  <a:pt x="5652819" y="1678907"/>
                  <a:pt x="5604224" y="1727501"/>
                  <a:pt x="5544280" y="1727501"/>
                </a:cubicBezTo>
                <a:lnTo>
                  <a:pt x="108539" y="1727501"/>
                </a:lnTo>
                <a:cubicBezTo>
                  <a:pt x="48595" y="1727501"/>
                  <a:pt x="0" y="1678907"/>
                  <a:pt x="0" y="1618963"/>
                </a:cubicBezTo>
                <a:lnTo>
                  <a:pt x="0" y="108539"/>
                </a:lnTo>
                <a:cubicBezTo>
                  <a:pt x="0" y="48635"/>
                  <a:pt x="48635" y="0"/>
                  <a:pt x="108539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6242" y="4097163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14521" y="4241875"/>
            <a:ext cx="189935" cy="217068"/>
          </a:xfrm>
          <a:custGeom>
            <a:avLst/>
            <a:gdLst/>
            <a:ahLst/>
            <a:cxnLst/>
            <a:rect l="l" t="t" r="r" b="b"/>
            <a:pathLst>
              <a:path w="189935" h="217068">
                <a:moveTo>
                  <a:pt x="162801" y="40700"/>
                </a:moveTo>
                <a:lnTo>
                  <a:pt x="162801" y="67834"/>
                </a:lnTo>
                <a:lnTo>
                  <a:pt x="135668" y="67834"/>
                </a:lnTo>
                <a:lnTo>
                  <a:pt x="135668" y="40700"/>
                </a:lnTo>
                <a:lnTo>
                  <a:pt x="162801" y="40700"/>
                </a:lnTo>
                <a:close/>
                <a:moveTo>
                  <a:pt x="162801" y="94967"/>
                </a:moveTo>
                <a:lnTo>
                  <a:pt x="162801" y="122101"/>
                </a:lnTo>
                <a:lnTo>
                  <a:pt x="135668" y="122101"/>
                </a:lnTo>
                <a:lnTo>
                  <a:pt x="135668" y="94967"/>
                </a:lnTo>
                <a:lnTo>
                  <a:pt x="162801" y="94967"/>
                </a:lnTo>
                <a:close/>
                <a:moveTo>
                  <a:pt x="162801" y="149234"/>
                </a:moveTo>
                <a:lnTo>
                  <a:pt x="162801" y="176368"/>
                </a:lnTo>
                <a:lnTo>
                  <a:pt x="135668" y="176368"/>
                </a:lnTo>
                <a:lnTo>
                  <a:pt x="135668" y="149234"/>
                </a:lnTo>
                <a:lnTo>
                  <a:pt x="162801" y="149234"/>
                </a:lnTo>
                <a:close/>
                <a:moveTo>
                  <a:pt x="108534" y="122101"/>
                </a:moveTo>
                <a:lnTo>
                  <a:pt x="81401" y="122101"/>
                </a:lnTo>
                <a:lnTo>
                  <a:pt x="81401" y="94967"/>
                </a:lnTo>
                <a:lnTo>
                  <a:pt x="108534" y="94967"/>
                </a:lnTo>
                <a:lnTo>
                  <a:pt x="108534" y="122101"/>
                </a:lnTo>
                <a:close/>
                <a:moveTo>
                  <a:pt x="81401" y="149234"/>
                </a:moveTo>
                <a:lnTo>
                  <a:pt x="108534" y="149234"/>
                </a:lnTo>
                <a:lnTo>
                  <a:pt x="108534" y="176368"/>
                </a:lnTo>
                <a:lnTo>
                  <a:pt x="81401" y="176368"/>
                </a:lnTo>
                <a:lnTo>
                  <a:pt x="81401" y="149234"/>
                </a:lnTo>
                <a:close/>
                <a:moveTo>
                  <a:pt x="54267" y="122101"/>
                </a:moveTo>
                <a:lnTo>
                  <a:pt x="27134" y="122101"/>
                </a:lnTo>
                <a:lnTo>
                  <a:pt x="27134" y="94967"/>
                </a:lnTo>
                <a:lnTo>
                  <a:pt x="54267" y="94967"/>
                </a:lnTo>
                <a:lnTo>
                  <a:pt x="54267" y="122101"/>
                </a:lnTo>
                <a:close/>
                <a:moveTo>
                  <a:pt x="27134" y="149234"/>
                </a:moveTo>
                <a:lnTo>
                  <a:pt x="54267" y="149234"/>
                </a:lnTo>
                <a:lnTo>
                  <a:pt x="54267" y="176368"/>
                </a:lnTo>
                <a:lnTo>
                  <a:pt x="27134" y="176368"/>
                </a:lnTo>
                <a:lnTo>
                  <a:pt x="27134" y="149234"/>
                </a:lnTo>
                <a:close/>
                <a:moveTo>
                  <a:pt x="27134" y="67834"/>
                </a:moveTo>
                <a:lnTo>
                  <a:pt x="27134" y="40700"/>
                </a:lnTo>
                <a:lnTo>
                  <a:pt x="54267" y="40700"/>
                </a:lnTo>
                <a:lnTo>
                  <a:pt x="54267" y="67834"/>
                </a:lnTo>
                <a:lnTo>
                  <a:pt x="27134" y="67834"/>
                </a:lnTo>
                <a:close/>
                <a:moveTo>
                  <a:pt x="81401" y="67834"/>
                </a:moveTo>
                <a:lnTo>
                  <a:pt x="81401" y="40700"/>
                </a:lnTo>
                <a:lnTo>
                  <a:pt x="108534" y="40700"/>
                </a:lnTo>
                <a:lnTo>
                  <a:pt x="108534" y="67834"/>
                </a:lnTo>
                <a:lnTo>
                  <a:pt x="81401" y="67834"/>
                </a:lnTo>
                <a:close/>
                <a:moveTo>
                  <a:pt x="27134" y="13567"/>
                </a:moveTo>
                <a:cubicBezTo>
                  <a:pt x="12168" y="13567"/>
                  <a:pt x="0" y="25734"/>
                  <a:pt x="0" y="40700"/>
                </a:cubicBezTo>
                <a:lnTo>
                  <a:pt x="0" y="176368"/>
                </a:lnTo>
                <a:cubicBezTo>
                  <a:pt x="0" y="191334"/>
                  <a:pt x="12168" y="203501"/>
                  <a:pt x="27134" y="203501"/>
                </a:cubicBezTo>
                <a:lnTo>
                  <a:pt x="162801" y="203501"/>
                </a:lnTo>
                <a:cubicBezTo>
                  <a:pt x="177767" y="203501"/>
                  <a:pt x="189935" y="191334"/>
                  <a:pt x="189935" y="176368"/>
                </a:cubicBezTo>
                <a:lnTo>
                  <a:pt x="189935" y="40700"/>
                </a:lnTo>
                <a:cubicBezTo>
                  <a:pt x="189935" y="25734"/>
                  <a:pt x="177767" y="13567"/>
                  <a:pt x="162801" y="13567"/>
                </a:cubicBezTo>
                <a:lnTo>
                  <a:pt x="27134" y="13567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49" name="Text 47"/>
          <p:cNvSpPr/>
          <p:nvPr/>
        </p:nvSpPr>
        <p:spPr>
          <a:xfrm>
            <a:off x="7007446" y="4097163"/>
            <a:ext cx="4721234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Heatmaps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07446" y="4422766"/>
            <a:ext cx="4703145" cy="23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Visualize seasonal variations and intensity patterns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007446" y="4766457"/>
            <a:ext cx="4630789" cy="687383"/>
          </a:xfrm>
          <a:custGeom>
            <a:avLst/>
            <a:gdLst/>
            <a:ahLst/>
            <a:cxnLst/>
            <a:rect l="l" t="t" r="r" b="b"/>
            <a:pathLst>
              <a:path w="4630789" h="687383">
                <a:moveTo>
                  <a:pt x="72354" y="0"/>
                </a:moveTo>
                <a:lnTo>
                  <a:pt x="4558435" y="0"/>
                </a:lnTo>
                <a:cubicBezTo>
                  <a:pt x="4598395" y="0"/>
                  <a:pt x="4630789" y="32394"/>
                  <a:pt x="4630789" y="72354"/>
                </a:cubicBezTo>
                <a:lnTo>
                  <a:pt x="4630789" y="615029"/>
                </a:lnTo>
                <a:cubicBezTo>
                  <a:pt x="4630789" y="654989"/>
                  <a:pt x="4598395" y="687383"/>
                  <a:pt x="4558435" y="687383"/>
                </a:cubicBezTo>
                <a:lnTo>
                  <a:pt x="72354" y="687383"/>
                </a:lnTo>
                <a:cubicBezTo>
                  <a:pt x="32394" y="687383"/>
                  <a:pt x="0" y="654989"/>
                  <a:pt x="0" y="615029"/>
                </a:cubicBezTo>
                <a:lnTo>
                  <a:pt x="0" y="72354"/>
                </a:lnTo>
                <a:cubicBezTo>
                  <a:pt x="0" y="32421"/>
                  <a:pt x="32421" y="0"/>
                  <a:pt x="72354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115981" y="4874991"/>
            <a:ext cx="4477033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Used For: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15981" y="5128237"/>
            <a:ext cx="940629" cy="217068"/>
          </a:xfrm>
          <a:custGeom>
            <a:avLst/>
            <a:gdLst/>
            <a:ahLst/>
            <a:cxnLst/>
            <a:rect l="l" t="t" r="r" b="b"/>
            <a:pathLst>
              <a:path w="940629" h="217068">
                <a:moveTo>
                  <a:pt x="36179" y="0"/>
                </a:moveTo>
                <a:lnTo>
                  <a:pt x="904450" y="0"/>
                </a:lnTo>
                <a:cubicBezTo>
                  <a:pt x="924431" y="0"/>
                  <a:pt x="940629" y="16198"/>
                  <a:pt x="940629" y="36179"/>
                </a:cubicBezTo>
                <a:lnTo>
                  <a:pt x="940629" y="180889"/>
                </a:lnTo>
                <a:cubicBezTo>
                  <a:pt x="940629" y="200870"/>
                  <a:pt x="924431" y="217068"/>
                  <a:pt x="904450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115981" y="5128237"/>
            <a:ext cx="994896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Patterns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27764" y="5128237"/>
            <a:ext cx="1193875" cy="217068"/>
          </a:xfrm>
          <a:custGeom>
            <a:avLst/>
            <a:gdLst/>
            <a:ahLst/>
            <a:cxnLst/>
            <a:rect l="l" t="t" r="r" b="b"/>
            <a:pathLst>
              <a:path w="1193875" h="217068">
                <a:moveTo>
                  <a:pt x="36179" y="0"/>
                </a:moveTo>
                <a:lnTo>
                  <a:pt x="1157697" y="0"/>
                </a:lnTo>
                <a:cubicBezTo>
                  <a:pt x="1177678" y="0"/>
                  <a:pt x="1193875" y="16198"/>
                  <a:pt x="1193875" y="36179"/>
                </a:cubicBezTo>
                <a:lnTo>
                  <a:pt x="1193875" y="180889"/>
                </a:lnTo>
                <a:cubicBezTo>
                  <a:pt x="1193875" y="200870"/>
                  <a:pt x="1177678" y="217068"/>
                  <a:pt x="1157697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127764" y="5128237"/>
            <a:ext cx="1248142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Comparisons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391028" y="5128237"/>
            <a:ext cx="976807" cy="217068"/>
          </a:xfrm>
          <a:custGeom>
            <a:avLst/>
            <a:gdLst/>
            <a:ahLst/>
            <a:cxnLst/>
            <a:rect l="l" t="t" r="r" b="b"/>
            <a:pathLst>
              <a:path w="976807" h="217068">
                <a:moveTo>
                  <a:pt x="36179" y="0"/>
                </a:moveTo>
                <a:lnTo>
                  <a:pt x="940628" y="0"/>
                </a:lnTo>
                <a:cubicBezTo>
                  <a:pt x="960609" y="0"/>
                  <a:pt x="976807" y="16198"/>
                  <a:pt x="976807" y="36179"/>
                </a:cubicBezTo>
                <a:lnTo>
                  <a:pt x="976807" y="180889"/>
                </a:lnTo>
                <a:cubicBezTo>
                  <a:pt x="976807" y="200870"/>
                  <a:pt x="960609" y="217068"/>
                  <a:pt x="940628" y="217068"/>
                </a:cubicBezTo>
                <a:lnTo>
                  <a:pt x="36179" y="217068"/>
                </a:lnTo>
                <a:cubicBezTo>
                  <a:pt x="16198" y="217068"/>
                  <a:pt x="0" y="200870"/>
                  <a:pt x="0" y="180889"/>
                </a:cubicBezTo>
                <a:lnTo>
                  <a:pt x="0" y="36179"/>
                </a:lnTo>
                <a:cubicBezTo>
                  <a:pt x="0" y="16198"/>
                  <a:pt x="16198" y="0"/>
                  <a:pt x="3617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391028" y="5128237"/>
            <a:ext cx="1031074" cy="217068"/>
          </a:xfrm>
          <a:prstGeom prst="rect">
            <a:avLst/>
          </a:prstGeom>
          <a:noFill/>
          <a:ln/>
        </p:spPr>
        <p:txBody>
          <a:bodyPr wrap="square" lIns="72356" tIns="36178" rIns="72356" bIns="36178" rtlCol="0" anchor="ctr"/>
          <a:lstStyle/>
          <a:p>
            <a:pPr>
              <a:lnSpc>
                <a:spcPct val="110000"/>
              </a:lnSpc>
            </a:pPr>
            <a:r>
              <a:rPr lang="en-US" sz="85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Intensity Mapping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66303" y="5793009"/>
            <a:ext cx="11459395" cy="1058208"/>
          </a:xfrm>
          <a:custGeom>
            <a:avLst/>
            <a:gdLst/>
            <a:ahLst/>
            <a:cxnLst/>
            <a:rect l="l" t="t" r="r" b="b"/>
            <a:pathLst>
              <a:path w="11459395" h="1058208">
                <a:moveTo>
                  <a:pt x="108530" y="0"/>
                </a:moveTo>
                <a:lnTo>
                  <a:pt x="11350865" y="0"/>
                </a:lnTo>
                <a:cubicBezTo>
                  <a:pt x="11410804" y="0"/>
                  <a:pt x="11459395" y="48590"/>
                  <a:pt x="11459395" y="108530"/>
                </a:cubicBezTo>
                <a:lnTo>
                  <a:pt x="11459395" y="949678"/>
                </a:lnTo>
                <a:cubicBezTo>
                  <a:pt x="11459395" y="1009617"/>
                  <a:pt x="11410804" y="1058208"/>
                  <a:pt x="11350865" y="1058208"/>
                </a:cubicBezTo>
                <a:lnTo>
                  <a:pt x="108530" y="1058208"/>
                </a:lnTo>
                <a:cubicBezTo>
                  <a:pt x="48590" y="1058208"/>
                  <a:pt x="0" y="1009617"/>
                  <a:pt x="0" y="949678"/>
                </a:cubicBezTo>
                <a:lnTo>
                  <a:pt x="0" y="108530"/>
                </a:lnTo>
                <a:cubicBezTo>
                  <a:pt x="0" y="48631"/>
                  <a:pt x="48631" y="0"/>
                  <a:pt x="108530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5537" y="6068866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08536" y="0"/>
                </a:moveTo>
                <a:lnTo>
                  <a:pt x="397956" y="0"/>
                </a:lnTo>
                <a:cubicBezTo>
                  <a:pt x="457859" y="0"/>
                  <a:pt x="506493" y="48633"/>
                  <a:pt x="506493" y="108536"/>
                </a:cubicBezTo>
                <a:lnTo>
                  <a:pt x="506493" y="397956"/>
                </a:lnTo>
                <a:cubicBezTo>
                  <a:pt x="506493" y="457859"/>
                  <a:pt x="457859" y="506493"/>
                  <a:pt x="397956" y="506493"/>
                </a:cubicBezTo>
                <a:lnTo>
                  <a:pt x="108536" y="506493"/>
                </a:lnTo>
                <a:cubicBezTo>
                  <a:pt x="48633" y="506493"/>
                  <a:pt x="0" y="457859"/>
                  <a:pt x="0" y="397956"/>
                </a:cubicBezTo>
                <a:lnTo>
                  <a:pt x="0" y="108536"/>
                </a:lnTo>
                <a:cubicBezTo>
                  <a:pt x="0" y="48633"/>
                  <a:pt x="48633" y="0"/>
                  <a:pt x="108536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60249" y="6213579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7134" y="13567"/>
                </a:moveTo>
                <a:cubicBezTo>
                  <a:pt x="12168" y="13567"/>
                  <a:pt x="0" y="25734"/>
                  <a:pt x="0" y="40700"/>
                </a:cubicBezTo>
                <a:lnTo>
                  <a:pt x="0" y="149234"/>
                </a:lnTo>
                <a:cubicBezTo>
                  <a:pt x="0" y="164200"/>
                  <a:pt x="12168" y="176368"/>
                  <a:pt x="27134" y="176368"/>
                </a:cubicBezTo>
                <a:lnTo>
                  <a:pt x="88184" y="176368"/>
                </a:lnTo>
                <a:lnTo>
                  <a:pt x="81401" y="196718"/>
                </a:lnTo>
                <a:lnTo>
                  <a:pt x="50875" y="196718"/>
                </a:lnTo>
                <a:cubicBezTo>
                  <a:pt x="45237" y="196718"/>
                  <a:pt x="40700" y="201254"/>
                  <a:pt x="40700" y="206893"/>
                </a:cubicBezTo>
                <a:cubicBezTo>
                  <a:pt x="40700" y="212532"/>
                  <a:pt x="45237" y="217068"/>
                  <a:pt x="50875" y="217068"/>
                </a:cubicBezTo>
                <a:lnTo>
                  <a:pt x="166193" y="217068"/>
                </a:lnTo>
                <a:cubicBezTo>
                  <a:pt x="171832" y="217068"/>
                  <a:pt x="176368" y="212532"/>
                  <a:pt x="176368" y="206893"/>
                </a:cubicBezTo>
                <a:cubicBezTo>
                  <a:pt x="176368" y="201254"/>
                  <a:pt x="171832" y="196718"/>
                  <a:pt x="166193" y="196718"/>
                </a:cubicBezTo>
                <a:lnTo>
                  <a:pt x="135668" y="196718"/>
                </a:lnTo>
                <a:lnTo>
                  <a:pt x="128884" y="176368"/>
                </a:lnTo>
                <a:lnTo>
                  <a:pt x="189935" y="176368"/>
                </a:lnTo>
                <a:cubicBezTo>
                  <a:pt x="204901" y="176368"/>
                  <a:pt x="217068" y="164200"/>
                  <a:pt x="217068" y="149234"/>
                </a:cubicBezTo>
                <a:lnTo>
                  <a:pt x="217068" y="40700"/>
                </a:lnTo>
                <a:cubicBezTo>
                  <a:pt x="217068" y="25734"/>
                  <a:pt x="204901" y="13567"/>
                  <a:pt x="189935" y="13567"/>
                </a:cubicBezTo>
                <a:lnTo>
                  <a:pt x="27134" y="13567"/>
                </a:lnTo>
                <a:close/>
                <a:moveTo>
                  <a:pt x="40700" y="40700"/>
                </a:moveTo>
                <a:lnTo>
                  <a:pt x="176368" y="40700"/>
                </a:lnTo>
                <a:cubicBezTo>
                  <a:pt x="183872" y="40700"/>
                  <a:pt x="189935" y="46763"/>
                  <a:pt x="189935" y="54267"/>
                </a:cubicBezTo>
                <a:lnTo>
                  <a:pt x="189935" y="122101"/>
                </a:lnTo>
                <a:cubicBezTo>
                  <a:pt x="189935" y="129605"/>
                  <a:pt x="183872" y="135668"/>
                  <a:pt x="176368" y="135668"/>
                </a:cubicBezTo>
                <a:lnTo>
                  <a:pt x="40700" y="135668"/>
                </a:lnTo>
                <a:cubicBezTo>
                  <a:pt x="33196" y="135668"/>
                  <a:pt x="27134" y="129605"/>
                  <a:pt x="27134" y="122101"/>
                </a:cubicBezTo>
                <a:lnTo>
                  <a:pt x="27134" y="54267"/>
                </a:lnTo>
                <a:cubicBezTo>
                  <a:pt x="27134" y="46763"/>
                  <a:pt x="33196" y="40700"/>
                  <a:pt x="40700" y="4070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2" name="Text 60"/>
          <p:cNvSpPr/>
          <p:nvPr/>
        </p:nvSpPr>
        <p:spPr>
          <a:xfrm>
            <a:off x="1166742" y="5942243"/>
            <a:ext cx="10600166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Dashboard Design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66742" y="6231668"/>
            <a:ext cx="10582077" cy="470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comprehensive dashboard layout integrating all visualization types with </a:t>
            </a:r>
            <a:r>
              <a:rPr lang="en-US" sz="1139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filters, sliders, and region selectors</a:t>
            </a:r>
            <a:r>
              <a:rPr lang="en-US" sz="1139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dynamic user exploration. Focus on consistent color schemes, clear labels, and intuitive navigation.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3701" y="840828"/>
            <a:ext cx="11612763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Development &amp;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3701" y="1289269"/>
            <a:ext cx="11528680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dynamic, user-centric climate visualizations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3701" y="1662970"/>
            <a:ext cx="896883" cy="37370"/>
          </a:xfrm>
          <a:custGeom>
            <a:avLst/>
            <a:gdLst/>
            <a:ahLst/>
            <a:cxnLst/>
            <a:rect l="l" t="t" r="r" b="b"/>
            <a:pathLst>
              <a:path w="896883" h="37370">
                <a:moveTo>
                  <a:pt x="0" y="0"/>
                </a:moveTo>
                <a:lnTo>
                  <a:pt x="896883" y="0"/>
                </a:lnTo>
                <a:lnTo>
                  <a:pt x="896883" y="37370"/>
                </a:lnTo>
                <a:lnTo>
                  <a:pt x="0" y="3737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358311" y="1798437"/>
            <a:ext cx="6745306" cy="2176809"/>
          </a:xfrm>
          <a:custGeom>
            <a:avLst/>
            <a:gdLst/>
            <a:ahLst/>
            <a:cxnLst/>
            <a:rect l="l" t="t" r="r" b="b"/>
            <a:pathLst>
              <a:path w="6745306" h="2176809">
                <a:moveTo>
                  <a:pt x="112106" y="0"/>
                </a:moveTo>
                <a:lnTo>
                  <a:pt x="6633200" y="0"/>
                </a:lnTo>
                <a:cubicBezTo>
                  <a:pt x="6695114" y="0"/>
                  <a:pt x="6745306" y="50191"/>
                  <a:pt x="6745306" y="112106"/>
                </a:cubicBezTo>
                <a:lnTo>
                  <a:pt x="6745306" y="2064704"/>
                </a:lnTo>
                <a:cubicBezTo>
                  <a:pt x="6745306" y="2126618"/>
                  <a:pt x="6695114" y="2176809"/>
                  <a:pt x="6633200" y="2176809"/>
                </a:cubicBezTo>
                <a:lnTo>
                  <a:pt x="112106" y="2176809"/>
                </a:lnTo>
                <a:cubicBezTo>
                  <a:pt x="50191" y="2176809"/>
                  <a:pt x="0" y="2126618"/>
                  <a:pt x="0" y="2064704"/>
                </a:cubicBezTo>
                <a:lnTo>
                  <a:pt x="0" y="112106"/>
                </a:lnTo>
                <a:cubicBezTo>
                  <a:pt x="0" y="50191"/>
                  <a:pt x="50191" y="0"/>
                  <a:pt x="112106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2524" y="1971274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1641" y="2102069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81784" y="35436"/>
                </a:moveTo>
                <a:lnTo>
                  <a:pt x="81784" y="53537"/>
                </a:lnTo>
                <a:lnTo>
                  <a:pt x="81966" y="53720"/>
                </a:lnTo>
                <a:cubicBezTo>
                  <a:pt x="84338" y="23648"/>
                  <a:pt x="109483" y="0"/>
                  <a:pt x="140174" y="0"/>
                </a:cubicBezTo>
                <a:cubicBezTo>
                  <a:pt x="147510" y="0"/>
                  <a:pt x="154553" y="1350"/>
                  <a:pt x="161013" y="3832"/>
                </a:cubicBezTo>
                <a:cubicBezTo>
                  <a:pt x="164662" y="5219"/>
                  <a:pt x="165319" y="9853"/>
                  <a:pt x="162582" y="12627"/>
                </a:cubicBezTo>
                <a:lnTo>
                  <a:pt x="130211" y="44997"/>
                </a:lnTo>
                <a:cubicBezTo>
                  <a:pt x="129117" y="46092"/>
                  <a:pt x="128496" y="47589"/>
                  <a:pt x="128496" y="49121"/>
                </a:cubicBezTo>
                <a:lnTo>
                  <a:pt x="128496" y="64230"/>
                </a:lnTo>
                <a:cubicBezTo>
                  <a:pt x="128496" y="67441"/>
                  <a:pt x="131124" y="70069"/>
                  <a:pt x="134335" y="70069"/>
                </a:cubicBezTo>
                <a:lnTo>
                  <a:pt x="149444" y="70069"/>
                </a:lnTo>
                <a:cubicBezTo>
                  <a:pt x="150977" y="70069"/>
                  <a:pt x="152473" y="69449"/>
                  <a:pt x="153568" y="68354"/>
                </a:cubicBezTo>
                <a:lnTo>
                  <a:pt x="185938" y="35983"/>
                </a:lnTo>
                <a:cubicBezTo>
                  <a:pt x="188712" y="33210"/>
                  <a:pt x="193347" y="33903"/>
                  <a:pt x="194733" y="37553"/>
                </a:cubicBezTo>
                <a:cubicBezTo>
                  <a:pt x="197215" y="44012"/>
                  <a:pt x="198565" y="51055"/>
                  <a:pt x="198565" y="58391"/>
                </a:cubicBezTo>
                <a:cubicBezTo>
                  <a:pt x="198565" y="80506"/>
                  <a:pt x="186267" y="99775"/>
                  <a:pt x="168093" y="109665"/>
                </a:cubicBezTo>
                <a:lnTo>
                  <a:pt x="197835" y="139408"/>
                </a:lnTo>
                <a:cubicBezTo>
                  <a:pt x="204660" y="146232"/>
                  <a:pt x="204660" y="157327"/>
                  <a:pt x="197835" y="164188"/>
                </a:cubicBezTo>
                <a:lnTo>
                  <a:pt x="175902" y="186121"/>
                </a:lnTo>
                <a:cubicBezTo>
                  <a:pt x="169078" y="192945"/>
                  <a:pt x="157984" y="192945"/>
                  <a:pt x="151123" y="186121"/>
                </a:cubicBezTo>
                <a:lnTo>
                  <a:pt x="105140" y="140138"/>
                </a:lnTo>
                <a:cubicBezTo>
                  <a:pt x="95141" y="130139"/>
                  <a:pt x="92878" y="115358"/>
                  <a:pt x="98389" y="103169"/>
                </a:cubicBezTo>
                <a:lnTo>
                  <a:pt x="65288" y="70069"/>
                </a:lnTo>
                <a:lnTo>
                  <a:pt x="47187" y="70069"/>
                </a:lnTo>
                <a:cubicBezTo>
                  <a:pt x="43282" y="70069"/>
                  <a:pt x="39633" y="68135"/>
                  <a:pt x="37480" y="64887"/>
                </a:cubicBezTo>
                <a:lnTo>
                  <a:pt x="8540" y="21495"/>
                </a:lnTo>
                <a:cubicBezTo>
                  <a:pt x="7007" y="19196"/>
                  <a:pt x="7299" y="16094"/>
                  <a:pt x="9270" y="14123"/>
                </a:cubicBezTo>
                <a:lnTo>
                  <a:pt x="25838" y="-2445"/>
                </a:lnTo>
                <a:cubicBezTo>
                  <a:pt x="27809" y="-4416"/>
                  <a:pt x="30874" y="-4708"/>
                  <a:pt x="33210" y="-3175"/>
                </a:cubicBezTo>
                <a:lnTo>
                  <a:pt x="76601" y="25728"/>
                </a:lnTo>
                <a:cubicBezTo>
                  <a:pt x="79849" y="27882"/>
                  <a:pt x="81784" y="31531"/>
                  <a:pt x="81784" y="35436"/>
                </a:cubicBezTo>
                <a:close/>
                <a:moveTo>
                  <a:pt x="78682" y="108242"/>
                </a:moveTo>
                <a:cubicBezTo>
                  <a:pt x="76382" y="121745"/>
                  <a:pt x="79557" y="136014"/>
                  <a:pt x="88316" y="147437"/>
                </a:cubicBezTo>
                <a:lnTo>
                  <a:pt x="53647" y="182070"/>
                </a:lnTo>
                <a:cubicBezTo>
                  <a:pt x="43392" y="192325"/>
                  <a:pt x="26750" y="192325"/>
                  <a:pt x="16495" y="182070"/>
                </a:cubicBezTo>
                <a:cubicBezTo>
                  <a:pt x="6241" y="171815"/>
                  <a:pt x="6241" y="155174"/>
                  <a:pt x="16495" y="144919"/>
                </a:cubicBezTo>
                <a:lnTo>
                  <a:pt x="65909" y="95505"/>
                </a:lnTo>
                <a:lnTo>
                  <a:pt x="78682" y="108278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0" name="Text 8"/>
          <p:cNvSpPr/>
          <p:nvPr/>
        </p:nvSpPr>
        <p:spPr>
          <a:xfrm>
            <a:off x="1093076" y="2064699"/>
            <a:ext cx="301763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Tools &amp; Technologies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776" y="2550510"/>
            <a:ext cx="2937568" cy="1307954"/>
          </a:xfrm>
          <a:custGeom>
            <a:avLst/>
            <a:gdLst/>
            <a:ahLst/>
            <a:cxnLst/>
            <a:rect l="l" t="t" r="r" b="b"/>
            <a:pathLst>
              <a:path w="1522832" h="1307954">
                <a:moveTo>
                  <a:pt x="74736" y="0"/>
                </a:moveTo>
                <a:lnTo>
                  <a:pt x="1448096" y="0"/>
                </a:lnTo>
                <a:cubicBezTo>
                  <a:pt x="1489344" y="0"/>
                  <a:pt x="1522832" y="33488"/>
                  <a:pt x="1522832" y="74736"/>
                </a:cubicBezTo>
                <a:lnTo>
                  <a:pt x="1522832" y="1233218"/>
                </a:lnTo>
                <a:cubicBezTo>
                  <a:pt x="1522832" y="1274493"/>
                  <a:pt x="1489372" y="1307954"/>
                  <a:pt x="1448096" y="1307954"/>
                </a:cubicBezTo>
                <a:lnTo>
                  <a:pt x="74736" y="1307954"/>
                </a:lnTo>
                <a:cubicBezTo>
                  <a:pt x="33488" y="1307954"/>
                  <a:pt x="0" y="1274466"/>
                  <a:pt x="0" y="1233218"/>
                </a:cubicBezTo>
                <a:lnTo>
                  <a:pt x="0" y="74736"/>
                </a:lnTo>
                <a:cubicBezTo>
                  <a:pt x="0" y="33461"/>
                  <a:pt x="33461" y="0"/>
                  <a:pt x="7473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05363" y="2742554"/>
            <a:ext cx="373701" cy="373701"/>
          </a:xfrm>
          <a:custGeom>
            <a:avLst/>
            <a:gdLst/>
            <a:ahLst/>
            <a:cxnLst/>
            <a:rect l="l" t="t" r="r" b="b"/>
            <a:pathLst>
              <a:path w="373701" h="373701">
                <a:moveTo>
                  <a:pt x="74740" y="0"/>
                </a:moveTo>
                <a:lnTo>
                  <a:pt x="298961" y="0"/>
                </a:lnTo>
                <a:cubicBezTo>
                  <a:pt x="340211" y="0"/>
                  <a:pt x="373701" y="33490"/>
                  <a:pt x="373701" y="74740"/>
                </a:cubicBezTo>
                <a:lnTo>
                  <a:pt x="373701" y="298961"/>
                </a:lnTo>
                <a:cubicBezTo>
                  <a:pt x="373701" y="340211"/>
                  <a:pt x="340211" y="373701"/>
                  <a:pt x="298961" y="373701"/>
                </a:cubicBezTo>
                <a:lnTo>
                  <a:pt x="74740" y="373701"/>
                </a:lnTo>
                <a:cubicBezTo>
                  <a:pt x="33490" y="373701"/>
                  <a:pt x="0" y="340211"/>
                  <a:pt x="0" y="298961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1994630" y="2856144"/>
            <a:ext cx="189186" cy="168166"/>
          </a:xfrm>
          <a:custGeom>
            <a:avLst/>
            <a:gdLst/>
            <a:ahLst/>
            <a:cxnLst/>
            <a:rect l="l" t="t" r="r" b="b"/>
            <a:pathLst>
              <a:path w="189186" h="168166">
                <a:moveTo>
                  <a:pt x="118504" y="394"/>
                </a:moveTo>
                <a:cubicBezTo>
                  <a:pt x="112921" y="-1215"/>
                  <a:pt x="107107" y="2036"/>
                  <a:pt x="105498" y="7620"/>
                </a:cubicBezTo>
                <a:lnTo>
                  <a:pt x="63456" y="154765"/>
                </a:lnTo>
                <a:cubicBezTo>
                  <a:pt x="61847" y="160348"/>
                  <a:pt x="65098" y="166162"/>
                  <a:pt x="70682" y="167771"/>
                </a:cubicBezTo>
                <a:cubicBezTo>
                  <a:pt x="76266" y="169381"/>
                  <a:pt x="82079" y="166129"/>
                  <a:pt x="83689" y="160546"/>
                </a:cubicBezTo>
                <a:lnTo>
                  <a:pt x="125730" y="13401"/>
                </a:lnTo>
                <a:cubicBezTo>
                  <a:pt x="127339" y="7817"/>
                  <a:pt x="124088" y="2004"/>
                  <a:pt x="118504" y="394"/>
                </a:cubicBezTo>
                <a:close/>
                <a:moveTo>
                  <a:pt x="139722" y="45096"/>
                </a:moveTo>
                <a:cubicBezTo>
                  <a:pt x="135616" y="49202"/>
                  <a:pt x="135616" y="55869"/>
                  <a:pt x="139722" y="59975"/>
                </a:cubicBezTo>
                <a:lnTo>
                  <a:pt x="163830" y="84083"/>
                </a:lnTo>
                <a:lnTo>
                  <a:pt x="139722" y="108191"/>
                </a:lnTo>
                <a:cubicBezTo>
                  <a:pt x="135616" y="112296"/>
                  <a:pt x="135616" y="118964"/>
                  <a:pt x="139722" y="123070"/>
                </a:cubicBezTo>
                <a:cubicBezTo>
                  <a:pt x="143828" y="127175"/>
                  <a:pt x="150495" y="127175"/>
                  <a:pt x="154601" y="123070"/>
                </a:cubicBezTo>
                <a:lnTo>
                  <a:pt x="186132" y="91539"/>
                </a:lnTo>
                <a:cubicBezTo>
                  <a:pt x="190237" y="87433"/>
                  <a:pt x="190237" y="80765"/>
                  <a:pt x="186132" y="76660"/>
                </a:cubicBezTo>
                <a:lnTo>
                  <a:pt x="154601" y="45129"/>
                </a:lnTo>
                <a:cubicBezTo>
                  <a:pt x="150495" y="41023"/>
                  <a:pt x="143828" y="41023"/>
                  <a:pt x="139722" y="45129"/>
                </a:cubicBezTo>
                <a:close/>
                <a:moveTo>
                  <a:pt x="49497" y="45096"/>
                </a:moveTo>
                <a:cubicBezTo>
                  <a:pt x="45392" y="40990"/>
                  <a:pt x="38724" y="40990"/>
                  <a:pt x="34618" y="45096"/>
                </a:cubicBezTo>
                <a:lnTo>
                  <a:pt x="3087" y="76627"/>
                </a:lnTo>
                <a:cubicBezTo>
                  <a:pt x="-1018" y="80733"/>
                  <a:pt x="-1018" y="87400"/>
                  <a:pt x="3087" y="91506"/>
                </a:cubicBezTo>
                <a:lnTo>
                  <a:pt x="34618" y="123037"/>
                </a:lnTo>
                <a:cubicBezTo>
                  <a:pt x="38724" y="127142"/>
                  <a:pt x="45392" y="127142"/>
                  <a:pt x="49497" y="123037"/>
                </a:cubicBezTo>
                <a:cubicBezTo>
                  <a:pt x="53603" y="118931"/>
                  <a:pt x="53603" y="112264"/>
                  <a:pt x="49497" y="108158"/>
                </a:cubicBezTo>
                <a:lnTo>
                  <a:pt x="25389" y="84083"/>
                </a:lnTo>
                <a:lnTo>
                  <a:pt x="49464" y="59975"/>
                </a:lnTo>
                <a:cubicBezTo>
                  <a:pt x="53570" y="55869"/>
                  <a:pt x="53570" y="49202"/>
                  <a:pt x="49464" y="45096"/>
                </a:cubicBezTo>
                <a:close/>
              </a:path>
            </a:pathLst>
          </a:custGeom>
          <a:solidFill>
            <a:srgbClr val="4A908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1420064" y="3101782"/>
            <a:ext cx="1373352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24735" y="3345147"/>
            <a:ext cx="1364009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 &amp; maps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26116" y="2573867"/>
            <a:ext cx="2942218" cy="1307954"/>
          </a:xfrm>
          <a:custGeom>
            <a:avLst/>
            <a:gdLst/>
            <a:ahLst/>
            <a:cxnLst/>
            <a:rect l="l" t="t" r="r" b="b"/>
            <a:pathLst>
              <a:path w="1522832" h="1307954">
                <a:moveTo>
                  <a:pt x="74736" y="0"/>
                </a:moveTo>
                <a:lnTo>
                  <a:pt x="1448096" y="0"/>
                </a:lnTo>
                <a:cubicBezTo>
                  <a:pt x="1489344" y="0"/>
                  <a:pt x="1522832" y="33488"/>
                  <a:pt x="1522832" y="74736"/>
                </a:cubicBezTo>
                <a:lnTo>
                  <a:pt x="1522832" y="1233218"/>
                </a:lnTo>
                <a:cubicBezTo>
                  <a:pt x="1522832" y="1274493"/>
                  <a:pt x="1489372" y="1307954"/>
                  <a:pt x="1448096" y="1307954"/>
                </a:cubicBezTo>
                <a:lnTo>
                  <a:pt x="74736" y="1307954"/>
                </a:lnTo>
                <a:cubicBezTo>
                  <a:pt x="33488" y="1307954"/>
                  <a:pt x="0" y="1274466"/>
                  <a:pt x="0" y="1233218"/>
                </a:cubicBezTo>
                <a:lnTo>
                  <a:pt x="0" y="74736"/>
                </a:lnTo>
                <a:cubicBezTo>
                  <a:pt x="0" y="33461"/>
                  <a:pt x="33461" y="0"/>
                  <a:pt x="7473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81679" y="2737361"/>
            <a:ext cx="373701" cy="373701"/>
          </a:xfrm>
          <a:custGeom>
            <a:avLst/>
            <a:gdLst/>
            <a:ahLst/>
            <a:cxnLst/>
            <a:rect l="l" t="t" r="r" b="b"/>
            <a:pathLst>
              <a:path w="373701" h="373701">
                <a:moveTo>
                  <a:pt x="74740" y="0"/>
                </a:moveTo>
                <a:lnTo>
                  <a:pt x="298961" y="0"/>
                </a:lnTo>
                <a:cubicBezTo>
                  <a:pt x="340211" y="0"/>
                  <a:pt x="373701" y="33490"/>
                  <a:pt x="373701" y="74740"/>
                </a:cubicBezTo>
                <a:lnTo>
                  <a:pt x="373701" y="298961"/>
                </a:lnTo>
                <a:cubicBezTo>
                  <a:pt x="373701" y="340211"/>
                  <a:pt x="340211" y="373701"/>
                  <a:pt x="298961" y="373701"/>
                </a:cubicBezTo>
                <a:lnTo>
                  <a:pt x="74740" y="373701"/>
                </a:lnTo>
                <a:cubicBezTo>
                  <a:pt x="33490" y="373701"/>
                  <a:pt x="0" y="340211"/>
                  <a:pt x="0" y="298961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200285" y="2854142"/>
            <a:ext cx="168166" cy="168166"/>
          </a:xfrm>
          <a:custGeom>
            <a:avLst/>
            <a:gdLst/>
            <a:ahLst/>
            <a:cxnLst/>
            <a:rect l="l" t="t" r="r" b="b"/>
            <a:pathLst>
              <a:path w="168166" h="168166">
                <a:moveTo>
                  <a:pt x="10510" y="10510"/>
                </a:moveTo>
                <a:cubicBezTo>
                  <a:pt x="16324" y="10510"/>
                  <a:pt x="21021" y="15207"/>
                  <a:pt x="21021" y="21021"/>
                </a:cubicBezTo>
                <a:lnTo>
                  <a:pt x="21021" y="131379"/>
                </a:lnTo>
                <a:cubicBezTo>
                  <a:pt x="21021" y="134270"/>
                  <a:pt x="23386" y="136634"/>
                  <a:pt x="26276" y="136634"/>
                </a:cubicBezTo>
                <a:lnTo>
                  <a:pt x="157655" y="136634"/>
                </a:lnTo>
                <a:cubicBezTo>
                  <a:pt x="163469" y="136634"/>
                  <a:pt x="168166" y="141331"/>
                  <a:pt x="168166" y="147145"/>
                </a:cubicBezTo>
                <a:cubicBezTo>
                  <a:pt x="168166" y="152958"/>
                  <a:pt x="163469" y="157655"/>
                  <a:pt x="157655" y="157655"/>
                </a:cubicBezTo>
                <a:lnTo>
                  <a:pt x="26276" y="157655"/>
                </a:lnTo>
                <a:cubicBezTo>
                  <a:pt x="11758" y="157655"/>
                  <a:pt x="0" y="145897"/>
                  <a:pt x="0" y="131379"/>
                </a:cubicBezTo>
                <a:lnTo>
                  <a:pt x="0" y="21021"/>
                </a:lnTo>
                <a:cubicBezTo>
                  <a:pt x="0" y="15207"/>
                  <a:pt x="4697" y="10510"/>
                  <a:pt x="10510" y="10510"/>
                </a:cubicBezTo>
                <a:close/>
                <a:moveTo>
                  <a:pt x="42041" y="31531"/>
                </a:moveTo>
                <a:cubicBezTo>
                  <a:pt x="42041" y="25717"/>
                  <a:pt x="46738" y="21021"/>
                  <a:pt x="52552" y="21021"/>
                </a:cubicBezTo>
                <a:lnTo>
                  <a:pt x="115614" y="21021"/>
                </a:lnTo>
                <a:cubicBezTo>
                  <a:pt x="121427" y="21021"/>
                  <a:pt x="126124" y="25717"/>
                  <a:pt x="126124" y="31531"/>
                </a:cubicBezTo>
                <a:cubicBezTo>
                  <a:pt x="126124" y="37345"/>
                  <a:pt x="121427" y="42041"/>
                  <a:pt x="115614" y="42041"/>
                </a:cubicBezTo>
                <a:lnTo>
                  <a:pt x="52552" y="42041"/>
                </a:lnTo>
                <a:cubicBezTo>
                  <a:pt x="46738" y="42041"/>
                  <a:pt x="42041" y="37345"/>
                  <a:pt x="42041" y="31531"/>
                </a:cubicBezTo>
                <a:close/>
                <a:moveTo>
                  <a:pt x="52552" y="57807"/>
                </a:moveTo>
                <a:lnTo>
                  <a:pt x="94593" y="57807"/>
                </a:lnTo>
                <a:cubicBezTo>
                  <a:pt x="100407" y="57807"/>
                  <a:pt x="105103" y="62504"/>
                  <a:pt x="105103" y="68317"/>
                </a:cubicBezTo>
                <a:cubicBezTo>
                  <a:pt x="105103" y="74131"/>
                  <a:pt x="100407" y="78828"/>
                  <a:pt x="94593" y="78828"/>
                </a:cubicBezTo>
                <a:lnTo>
                  <a:pt x="52552" y="78828"/>
                </a:lnTo>
                <a:cubicBezTo>
                  <a:pt x="46738" y="78828"/>
                  <a:pt x="42041" y="74131"/>
                  <a:pt x="42041" y="68317"/>
                </a:cubicBezTo>
                <a:cubicBezTo>
                  <a:pt x="42041" y="62504"/>
                  <a:pt x="46738" y="57807"/>
                  <a:pt x="52552" y="57807"/>
                </a:cubicBezTo>
                <a:close/>
                <a:moveTo>
                  <a:pt x="52552" y="94593"/>
                </a:moveTo>
                <a:lnTo>
                  <a:pt x="136634" y="94593"/>
                </a:lnTo>
                <a:cubicBezTo>
                  <a:pt x="142448" y="94593"/>
                  <a:pt x="147145" y="99290"/>
                  <a:pt x="147145" y="105103"/>
                </a:cubicBezTo>
                <a:cubicBezTo>
                  <a:pt x="147145" y="110917"/>
                  <a:pt x="142448" y="115614"/>
                  <a:pt x="136634" y="115614"/>
                </a:cubicBezTo>
                <a:lnTo>
                  <a:pt x="52552" y="115614"/>
                </a:lnTo>
                <a:cubicBezTo>
                  <a:pt x="46738" y="115614"/>
                  <a:pt x="42041" y="110917"/>
                  <a:pt x="42041" y="105103"/>
                </a:cubicBezTo>
                <a:cubicBezTo>
                  <a:pt x="42041" y="99290"/>
                  <a:pt x="46738" y="94593"/>
                  <a:pt x="52552" y="94593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4597692" y="3125430"/>
            <a:ext cx="1373352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7" b="1" dirty="0" err="1">
                <a:solidFill>
                  <a:srgbClr val="F7FAFC"/>
                </a:solidFill>
                <a:latin typeface="Quattrocento Sans" pitchFamily="34" charset="0"/>
              </a:rPr>
              <a:t>Streamlit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78372" y="4115384"/>
            <a:ext cx="3307255" cy="2737361"/>
          </a:xfrm>
          <a:custGeom>
            <a:avLst/>
            <a:gdLst/>
            <a:ahLst/>
            <a:cxnLst/>
            <a:rect l="l" t="t" r="r" b="b"/>
            <a:pathLst>
              <a:path w="3307255" h="2737361">
                <a:moveTo>
                  <a:pt x="112122" y="0"/>
                </a:moveTo>
                <a:lnTo>
                  <a:pt x="3195133" y="0"/>
                </a:lnTo>
                <a:cubicBezTo>
                  <a:pt x="3257056" y="0"/>
                  <a:pt x="3307255" y="50199"/>
                  <a:pt x="3307255" y="112122"/>
                </a:cubicBezTo>
                <a:lnTo>
                  <a:pt x="3307255" y="2625239"/>
                </a:lnTo>
                <a:cubicBezTo>
                  <a:pt x="3307255" y="2687162"/>
                  <a:pt x="3257056" y="2737361"/>
                  <a:pt x="3195133" y="2737361"/>
                </a:cubicBezTo>
                <a:lnTo>
                  <a:pt x="112122" y="2737361"/>
                </a:lnTo>
                <a:cubicBezTo>
                  <a:pt x="50199" y="2737361"/>
                  <a:pt x="0" y="2687162"/>
                  <a:pt x="0" y="2625239"/>
                </a:cubicBezTo>
                <a:lnTo>
                  <a:pt x="0" y="112122"/>
                </a:lnTo>
                <a:cubicBezTo>
                  <a:pt x="0" y="50240"/>
                  <a:pt x="50240" y="0"/>
                  <a:pt x="112122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2524" y="4269536"/>
            <a:ext cx="373701" cy="373701"/>
          </a:xfrm>
          <a:custGeom>
            <a:avLst/>
            <a:gdLst/>
            <a:ahLst/>
            <a:cxnLst/>
            <a:rect l="l" t="t" r="r" b="b"/>
            <a:pathLst>
              <a:path w="373701" h="373701">
                <a:moveTo>
                  <a:pt x="74740" y="0"/>
                </a:moveTo>
                <a:lnTo>
                  <a:pt x="298961" y="0"/>
                </a:lnTo>
                <a:cubicBezTo>
                  <a:pt x="340211" y="0"/>
                  <a:pt x="373701" y="33490"/>
                  <a:pt x="373701" y="74740"/>
                </a:cubicBezTo>
                <a:lnTo>
                  <a:pt x="373701" y="298961"/>
                </a:lnTo>
                <a:cubicBezTo>
                  <a:pt x="373701" y="340211"/>
                  <a:pt x="340211" y="373701"/>
                  <a:pt x="298961" y="373701"/>
                </a:cubicBezTo>
                <a:lnTo>
                  <a:pt x="74740" y="373701"/>
                </a:lnTo>
                <a:cubicBezTo>
                  <a:pt x="33490" y="373701"/>
                  <a:pt x="0" y="340211"/>
                  <a:pt x="0" y="298961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7628" y="4372303"/>
            <a:ext cx="168166" cy="168166"/>
          </a:xfrm>
          <a:custGeom>
            <a:avLst/>
            <a:gdLst/>
            <a:ahLst/>
            <a:cxnLst/>
            <a:rect l="l" t="t" r="r" b="b"/>
            <a:pathLst>
              <a:path w="168166" h="168166">
                <a:moveTo>
                  <a:pt x="10510" y="21021"/>
                </a:moveTo>
                <a:cubicBezTo>
                  <a:pt x="4697" y="21021"/>
                  <a:pt x="0" y="25717"/>
                  <a:pt x="0" y="31531"/>
                </a:cubicBezTo>
                <a:cubicBezTo>
                  <a:pt x="0" y="37345"/>
                  <a:pt x="4697" y="42041"/>
                  <a:pt x="10510" y="42041"/>
                </a:cubicBezTo>
                <a:lnTo>
                  <a:pt x="38987" y="42041"/>
                </a:lnTo>
                <a:cubicBezTo>
                  <a:pt x="43027" y="51336"/>
                  <a:pt x="52289" y="57807"/>
                  <a:pt x="63062" y="57807"/>
                </a:cubicBezTo>
                <a:cubicBezTo>
                  <a:pt x="73835" y="57807"/>
                  <a:pt x="83097" y="51336"/>
                  <a:pt x="87137" y="42041"/>
                </a:cubicBezTo>
                <a:lnTo>
                  <a:pt x="157655" y="42041"/>
                </a:lnTo>
                <a:cubicBezTo>
                  <a:pt x="163469" y="42041"/>
                  <a:pt x="168166" y="37345"/>
                  <a:pt x="168166" y="31531"/>
                </a:cubicBezTo>
                <a:cubicBezTo>
                  <a:pt x="168166" y="25717"/>
                  <a:pt x="163469" y="21021"/>
                  <a:pt x="157655" y="21021"/>
                </a:cubicBezTo>
                <a:lnTo>
                  <a:pt x="87137" y="21021"/>
                </a:lnTo>
                <a:cubicBezTo>
                  <a:pt x="83097" y="11726"/>
                  <a:pt x="73835" y="5255"/>
                  <a:pt x="63062" y="5255"/>
                </a:cubicBezTo>
                <a:cubicBezTo>
                  <a:pt x="52289" y="5255"/>
                  <a:pt x="43027" y="11726"/>
                  <a:pt x="38987" y="21021"/>
                </a:cubicBezTo>
                <a:lnTo>
                  <a:pt x="10510" y="21021"/>
                </a:lnTo>
                <a:close/>
                <a:moveTo>
                  <a:pt x="10510" y="73572"/>
                </a:moveTo>
                <a:cubicBezTo>
                  <a:pt x="4697" y="73572"/>
                  <a:pt x="0" y="78269"/>
                  <a:pt x="0" y="84083"/>
                </a:cubicBezTo>
                <a:cubicBezTo>
                  <a:pt x="0" y="89896"/>
                  <a:pt x="4697" y="94593"/>
                  <a:pt x="10510" y="94593"/>
                </a:cubicBezTo>
                <a:lnTo>
                  <a:pt x="91539" y="94593"/>
                </a:lnTo>
                <a:cubicBezTo>
                  <a:pt x="95578" y="103888"/>
                  <a:pt x="104841" y="110359"/>
                  <a:pt x="115614" y="110359"/>
                </a:cubicBezTo>
                <a:cubicBezTo>
                  <a:pt x="126387" y="110359"/>
                  <a:pt x="135649" y="103888"/>
                  <a:pt x="139689" y="94593"/>
                </a:cubicBezTo>
                <a:lnTo>
                  <a:pt x="157655" y="94593"/>
                </a:lnTo>
                <a:cubicBezTo>
                  <a:pt x="163469" y="94593"/>
                  <a:pt x="168166" y="89896"/>
                  <a:pt x="168166" y="84083"/>
                </a:cubicBezTo>
                <a:cubicBezTo>
                  <a:pt x="168166" y="78269"/>
                  <a:pt x="163469" y="73572"/>
                  <a:pt x="157655" y="73572"/>
                </a:cubicBezTo>
                <a:lnTo>
                  <a:pt x="139689" y="73572"/>
                </a:lnTo>
                <a:cubicBezTo>
                  <a:pt x="135649" y="64277"/>
                  <a:pt x="126387" y="57807"/>
                  <a:pt x="115614" y="57807"/>
                </a:cubicBezTo>
                <a:cubicBezTo>
                  <a:pt x="104841" y="57807"/>
                  <a:pt x="95578" y="64277"/>
                  <a:pt x="91539" y="73572"/>
                </a:cubicBezTo>
                <a:lnTo>
                  <a:pt x="10510" y="73572"/>
                </a:lnTo>
                <a:close/>
                <a:moveTo>
                  <a:pt x="10510" y="126124"/>
                </a:moveTo>
                <a:cubicBezTo>
                  <a:pt x="4697" y="126124"/>
                  <a:pt x="0" y="130821"/>
                  <a:pt x="0" y="136634"/>
                </a:cubicBezTo>
                <a:cubicBezTo>
                  <a:pt x="0" y="142448"/>
                  <a:pt x="4697" y="147145"/>
                  <a:pt x="10510" y="147145"/>
                </a:cubicBezTo>
                <a:lnTo>
                  <a:pt x="28476" y="147145"/>
                </a:lnTo>
                <a:cubicBezTo>
                  <a:pt x="32516" y="156440"/>
                  <a:pt x="41779" y="162910"/>
                  <a:pt x="52552" y="162910"/>
                </a:cubicBezTo>
                <a:cubicBezTo>
                  <a:pt x="63325" y="162910"/>
                  <a:pt x="72587" y="156440"/>
                  <a:pt x="76627" y="147145"/>
                </a:cubicBezTo>
                <a:lnTo>
                  <a:pt x="157655" y="147145"/>
                </a:lnTo>
                <a:cubicBezTo>
                  <a:pt x="163469" y="147145"/>
                  <a:pt x="168166" y="142448"/>
                  <a:pt x="168166" y="136634"/>
                </a:cubicBezTo>
                <a:cubicBezTo>
                  <a:pt x="168166" y="130821"/>
                  <a:pt x="163469" y="126124"/>
                  <a:pt x="157655" y="126124"/>
                </a:cubicBezTo>
                <a:lnTo>
                  <a:pt x="76627" y="126124"/>
                </a:lnTo>
                <a:cubicBezTo>
                  <a:pt x="72587" y="116829"/>
                  <a:pt x="63325" y="110359"/>
                  <a:pt x="52552" y="110359"/>
                </a:cubicBezTo>
                <a:cubicBezTo>
                  <a:pt x="41779" y="110359"/>
                  <a:pt x="32516" y="116829"/>
                  <a:pt x="28476" y="126124"/>
                </a:cubicBezTo>
                <a:lnTo>
                  <a:pt x="10510" y="126124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4" name="Text 32"/>
          <p:cNvSpPr/>
          <p:nvPr/>
        </p:nvSpPr>
        <p:spPr>
          <a:xfrm>
            <a:off x="1018336" y="4325591"/>
            <a:ext cx="154151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Controls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2524" y="4755347"/>
            <a:ext cx="2998952" cy="597922"/>
          </a:xfrm>
          <a:custGeom>
            <a:avLst/>
            <a:gdLst/>
            <a:ahLst/>
            <a:cxnLst/>
            <a:rect l="l" t="t" r="r" b="b"/>
            <a:pathLst>
              <a:path w="2998952" h="597922">
                <a:moveTo>
                  <a:pt x="74740" y="0"/>
                </a:moveTo>
                <a:lnTo>
                  <a:pt x="2924211" y="0"/>
                </a:lnTo>
                <a:cubicBezTo>
                  <a:pt x="2965489" y="0"/>
                  <a:pt x="2998952" y="33462"/>
                  <a:pt x="2998952" y="74740"/>
                </a:cubicBezTo>
                <a:lnTo>
                  <a:pt x="2998952" y="523182"/>
                </a:lnTo>
                <a:cubicBezTo>
                  <a:pt x="2998952" y="564459"/>
                  <a:pt x="2965489" y="597922"/>
                  <a:pt x="2924211" y="597922"/>
                </a:cubicBezTo>
                <a:lnTo>
                  <a:pt x="74740" y="597922"/>
                </a:lnTo>
                <a:cubicBezTo>
                  <a:pt x="33490" y="597922"/>
                  <a:pt x="0" y="564432"/>
                  <a:pt x="0" y="523182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5949" y="4876800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8175" y="16349"/>
                </a:moveTo>
                <a:cubicBezTo>
                  <a:pt x="4879" y="16349"/>
                  <a:pt x="1890" y="18342"/>
                  <a:pt x="613" y="21408"/>
                </a:cubicBezTo>
                <a:cubicBezTo>
                  <a:pt x="-664" y="24473"/>
                  <a:pt x="51" y="27973"/>
                  <a:pt x="2401" y="30298"/>
                </a:cubicBezTo>
                <a:lnTo>
                  <a:pt x="49048" y="76970"/>
                </a:lnTo>
                <a:lnTo>
                  <a:pt x="49048" y="106271"/>
                </a:lnTo>
                <a:cubicBezTo>
                  <a:pt x="49048" y="108443"/>
                  <a:pt x="49917" y="110512"/>
                  <a:pt x="51450" y="112045"/>
                </a:cubicBezTo>
                <a:lnTo>
                  <a:pt x="67799" y="128394"/>
                </a:lnTo>
                <a:cubicBezTo>
                  <a:pt x="70149" y="130744"/>
                  <a:pt x="73649" y="131434"/>
                  <a:pt x="76715" y="130157"/>
                </a:cubicBezTo>
                <a:cubicBezTo>
                  <a:pt x="79780" y="128879"/>
                  <a:pt x="81747" y="125916"/>
                  <a:pt x="81747" y="122621"/>
                </a:cubicBezTo>
                <a:lnTo>
                  <a:pt x="81747" y="76970"/>
                </a:lnTo>
                <a:lnTo>
                  <a:pt x="128394" y="30323"/>
                </a:lnTo>
                <a:cubicBezTo>
                  <a:pt x="130744" y="27973"/>
                  <a:pt x="131434" y="24473"/>
                  <a:pt x="130157" y="21408"/>
                </a:cubicBezTo>
                <a:cubicBezTo>
                  <a:pt x="128879" y="18342"/>
                  <a:pt x="125916" y="16349"/>
                  <a:pt x="122621" y="16349"/>
                </a:cubicBezTo>
                <a:lnTo>
                  <a:pt x="8175" y="16349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7" name="Text 35"/>
          <p:cNvSpPr/>
          <p:nvPr/>
        </p:nvSpPr>
        <p:spPr>
          <a:xfrm>
            <a:off x="845499" y="4830087"/>
            <a:ext cx="45778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7264" y="5091678"/>
            <a:ext cx="291486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range, location, weather parameters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2524" y="5428009"/>
            <a:ext cx="2998952" cy="597922"/>
          </a:xfrm>
          <a:custGeom>
            <a:avLst/>
            <a:gdLst/>
            <a:ahLst/>
            <a:cxnLst/>
            <a:rect l="l" t="t" r="r" b="b"/>
            <a:pathLst>
              <a:path w="2998952" h="597922">
                <a:moveTo>
                  <a:pt x="74740" y="0"/>
                </a:moveTo>
                <a:lnTo>
                  <a:pt x="2924211" y="0"/>
                </a:lnTo>
                <a:cubicBezTo>
                  <a:pt x="2965489" y="0"/>
                  <a:pt x="2998952" y="33462"/>
                  <a:pt x="2998952" y="74740"/>
                </a:cubicBezTo>
                <a:lnTo>
                  <a:pt x="2998952" y="523182"/>
                </a:lnTo>
                <a:cubicBezTo>
                  <a:pt x="2998952" y="564459"/>
                  <a:pt x="2965489" y="597922"/>
                  <a:pt x="2924211" y="597922"/>
                </a:cubicBezTo>
                <a:lnTo>
                  <a:pt x="74740" y="597922"/>
                </a:lnTo>
                <a:cubicBezTo>
                  <a:pt x="33490" y="597922"/>
                  <a:pt x="0" y="564432"/>
                  <a:pt x="0" y="523182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5949" y="5549462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128394" y="103870"/>
                </a:moveTo>
                <a:lnTo>
                  <a:pt x="103870" y="128394"/>
                </a:lnTo>
                <a:cubicBezTo>
                  <a:pt x="101520" y="130744"/>
                  <a:pt x="98020" y="131434"/>
                  <a:pt x="94954" y="130157"/>
                </a:cubicBezTo>
                <a:cubicBezTo>
                  <a:pt x="91889" y="128879"/>
                  <a:pt x="89922" y="125916"/>
                  <a:pt x="89922" y="122621"/>
                </a:cubicBezTo>
                <a:lnTo>
                  <a:pt x="89922" y="106271"/>
                </a:lnTo>
                <a:lnTo>
                  <a:pt x="8175" y="106271"/>
                </a:lnTo>
                <a:cubicBezTo>
                  <a:pt x="3653" y="106271"/>
                  <a:pt x="0" y="102618"/>
                  <a:pt x="0" y="98097"/>
                </a:cubicBezTo>
                <a:cubicBezTo>
                  <a:pt x="0" y="93575"/>
                  <a:pt x="3653" y="89922"/>
                  <a:pt x="8175" y="89922"/>
                </a:cubicBezTo>
                <a:lnTo>
                  <a:pt x="89922" y="89922"/>
                </a:lnTo>
                <a:lnTo>
                  <a:pt x="89922" y="73572"/>
                </a:lnTo>
                <a:cubicBezTo>
                  <a:pt x="89922" y="70277"/>
                  <a:pt x="91914" y="67288"/>
                  <a:pt x="94980" y="66011"/>
                </a:cubicBezTo>
                <a:cubicBezTo>
                  <a:pt x="98045" y="64734"/>
                  <a:pt x="101545" y="65449"/>
                  <a:pt x="103895" y="67773"/>
                </a:cubicBezTo>
                <a:lnTo>
                  <a:pt x="128420" y="92298"/>
                </a:lnTo>
                <a:cubicBezTo>
                  <a:pt x="131613" y="95491"/>
                  <a:pt x="131613" y="100677"/>
                  <a:pt x="128420" y="103870"/>
                </a:cubicBezTo>
                <a:close/>
                <a:moveTo>
                  <a:pt x="2401" y="38472"/>
                </a:moveTo>
                <a:cubicBezTo>
                  <a:pt x="-792" y="35279"/>
                  <a:pt x="-792" y="30093"/>
                  <a:pt x="2401" y="26900"/>
                </a:cubicBezTo>
                <a:lnTo>
                  <a:pt x="26925" y="2376"/>
                </a:lnTo>
                <a:cubicBezTo>
                  <a:pt x="29276" y="26"/>
                  <a:pt x="32775" y="-664"/>
                  <a:pt x="35841" y="613"/>
                </a:cubicBezTo>
                <a:cubicBezTo>
                  <a:pt x="38907" y="1890"/>
                  <a:pt x="40874" y="4879"/>
                  <a:pt x="40874" y="8175"/>
                </a:cubicBezTo>
                <a:lnTo>
                  <a:pt x="40874" y="24524"/>
                </a:lnTo>
                <a:lnTo>
                  <a:pt x="122621" y="24524"/>
                </a:lnTo>
                <a:cubicBezTo>
                  <a:pt x="127142" y="24524"/>
                  <a:pt x="130795" y="28177"/>
                  <a:pt x="130795" y="32699"/>
                </a:cubicBezTo>
                <a:cubicBezTo>
                  <a:pt x="130795" y="37220"/>
                  <a:pt x="127142" y="40874"/>
                  <a:pt x="122621" y="40874"/>
                </a:cubicBezTo>
                <a:lnTo>
                  <a:pt x="40874" y="40874"/>
                </a:lnTo>
                <a:lnTo>
                  <a:pt x="40874" y="57223"/>
                </a:lnTo>
                <a:cubicBezTo>
                  <a:pt x="40874" y="60518"/>
                  <a:pt x="38881" y="63507"/>
                  <a:pt x="35815" y="64785"/>
                </a:cubicBezTo>
                <a:cubicBezTo>
                  <a:pt x="32750" y="66062"/>
                  <a:pt x="29250" y="65347"/>
                  <a:pt x="26900" y="63022"/>
                </a:cubicBezTo>
                <a:lnTo>
                  <a:pt x="2376" y="38498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1" name="Text 39"/>
          <p:cNvSpPr/>
          <p:nvPr/>
        </p:nvSpPr>
        <p:spPr>
          <a:xfrm>
            <a:off x="845499" y="5502749"/>
            <a:ext cx="504497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Sliders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07264" y="5764340"/>
            <a:ext cx="291486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navigation, value thresholds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2524" y="6100671"/>
            <a:ext cx="2998952" cy="597922"/>
          </a:xfrm>
          <a:custGeom>
            <a:avLst/>
            <a:gdLst/>
            <a:ahLst/>
            <a:cxnLst/>
            <a:rect l="l" t="t" r="r" b="b"/>
            <a:pathLst>
              <a:path w="2998952" h="597922">
                <a:moveTo>
                  <a:pt x="74740" y="0"/>
                </a:moveTo>
                <a:lnTo>
                  <a:pt x="2924211" y="0"/>
                </a:lnTo>
                <a:cubicBezTo>
                  <a:pt x="2965489" y="0"/>
                  <a:pt x="2998952" y="33462"/>
                  <a:pt x="2998952" y="74740"/>
                </a:cubicBezTo>
                <a:lnTo>
                  <a:pt x="2998952" y="523182"/>
                </a:lnTo>
                <a:cubicBezTo>
                  <a:pt x="2998952" y="564459"/>
                  <a:pt x="2965489" y="597922"/>
                  <a:pt x="2924211" y="597922"/>
                </a:cubicBezTo>
                <a:lnTo>
                  <a:pt x="74740" y="597922"/>
                </a:lnTo>
                <a:cubicBezTo>
                  <a:pt x="33490" y="597922"/>
                  <a:pt x="0" y="564432"/>
                  <a:pt x="0" y="523182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299" y="6222124"/>
            <a:ext cx="98097" cy="130795"/>
          </a:xfrm>
          <a:custGeom>
            <a:avLst/>
            <a:gdLst/>
            <a:ahLst/>
            <a:cxnLst/>
            <a:rect l="l" t="t" r="r" b="b"/>
            <a:pathLst>
              <a:path w="98097" h="130795">
                <a:moveTo>
                  <a:pt x="0" y="48180"/>
                </a:moveTo>
                <a:cubicBezTo>
                  <a:pt x="0" y="21561"/>
                  <a:pt x="21970" y="0"/>
                  <a:pt x="49048" y="0"/>
                </a:cubicBezTo>
                <a:cubicBezTo>
                  <a:pt x="76127" y="0"/>
                  <a:pt x="98097" y="21561"/>
                  <a:pt x="98097" y="48180"/>
                </a:cubicBezTo>
                <a:cubicBezTo>
                  <a:pt x="98097" y="78656"/>
                  <a:pt x="67390" y="115187"/>
                  <a:pt x="54566" y="129109"/>
                </a:cubicBezTo>
                <a:cubicBezTo>
                  <a:pt x="51552" y="132379"/>
                  <a:pt x="46519" y="132379"/>
                  <a:pt x="43505" y="129109"/>
                </a:cubicBezTo>
                <a:cubicBezTo>
                  <a:pt x="30681" y="115187"/>
                  <a:pt x="-26" y="78656"/>
                  <a:pt x="-26" y="48180"/>
                </a:cubicBezTo>
                <a:close/>
                <a:moveTo>
                  <a:pt x="49048" y="65398"/>
                </a:moveTo>
                <a:cubicBezTo>
                  <a:pt x="58072" y="65398"/>
                  <a:pt x="65398" y="58072"/>
                  <a:pt x="65398" y="49048"/>
                </a:cubicBezTo>
                <a:cubicBezTo>
                  <a:pt x="65398" y="40025"/>
                  <a:pt x="58072" y="32699"/>
                  <a:pt x="49048" y="32699"/>
                </a:cubicBezTo>
                <a:cubicBezTo>
                  <a:pt x="40025" y="32699"/>
                  <a:pt x="32699" y="40025"/>
                  <a:pt x="32699" y="49048"/>
                </a:cubicBezTo>
                <a:cubicBezTo>
                  <a:pt x="32699" y="58072"/>
                  <a:pt x="40025" y="65398"/>
                  <a:pt x="49048" y="65398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5" name="Text 43"/>
          <p:cNvSpPr/>
          <p:nvPr/>
        </p:nvSpPr>
        <p:spPr>
          <a:xfrm>
            <a:off x="845499" y="6175411"/>
            <a:ext cx="114913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 Selectors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7264" y="6437002"/>
            <a:ext cx="291486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Country, continent, climate zone selection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1387" y="4115384"/>
            <a:ext cx="3307255" cy="2737361"/>
          </a:xfrm>
          <a:custGeom>
            <a:avLst/>
            <a:gdLst/>
            <a:ahLst/>
            <a:cxnLst/>
            <a:rect l="l" t="t" r="r" b="b"/>
            <a:pathLst>
              <a:path w="3307255" h="2737361">
                <a:moveTo>
                  <a:pt x="112122" y="0"/>
                </a:moveTo>
                <a:lnTo>
                  <a:pt x="3195133" y="0"/>
                </a:lnTo>
                <a:cubicBezTo>
                  <a:pt x="3257056" y="0"/>
                  <a:pt x="3307255" y="50199"/>
                  <a:pt x="3307255" y="112122"/>
                </a:cubicBezTo>
                <a:lnTo>
                  <a:pt x="3307255" y="2625239"/>
                </a:lnTo>
                <a:cubicBezTo>
                  <a:pt x="3307255" y="2687162"/>
                  <a:pt x="3257056" y="2737361"/>
                  <a:pt x="3195133" y="2737361"/>
                </a:cubicBezTo>
                <a:lnTo>
                  <a:pt x="112122" y="2737361"/>
                </a:lnTo>
                <a:cubicBezTo>
                  <a:pt x="50199" y="2737361"/>
                  <a:pt x="0" y="2687162"/>
                  <a:pt x="0" y="2625239"/>
                </a:cubicBezTo>
                <a:lnTo>
                  <a:pt x="0" y="112122"/>
                </a:lnTo>
                <a:cubicBezTo>
                  <a:pt x="0" y="50240"/>
                  <a:pt x="50240" y="0"/>
                  <a:pt x="112122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65539" y="4269536"/>
            <a:ext cx="373701" cy="373701"/>
          </a:xfrm>
          <a:custGeom>
            <a:avLst/>
            <a:gdLst/>
            <a:ahLst/>
            <a:cxnLst/>
            <a:rect l="l" t="t" r="r" b="b"/>
            <a:pathLst>
              <a:path w="373701" h="373701">
                <a:moveTo>
                  <a:pt x="74740" y="0"/>
                </a:moveTo>
                <a:lnTo>
                  <a:pt x="298961" y="0"/>
                </a:lnTo>
                <a:cubicBezTo>
                  <a:pt x="340211" y="0"/>
                  <a:pt x="373701" y="33490"/>
                  <a:pt x="373701" y="74740"/>
                </a:cubicBezTo>
                <a:lnTo>
                  <a:pt x="373701" y="298961"/>
                </a:lnTo>
                <a:cubicBezTo>
                  <a:pt x="373701" y="340211"/>
                  <a:pt x="340211" y="373701"/>
                  <a:pt x="298961" y="373701"/>
                </a:cubicBezTo>
                <a:lnTo>
                  <a:pt x="74740" y="373701"/>
                </a:lnTo>
                <a:cubicBezTo>
                  <a:pt x="33490" y="373701"/>
                  <a:pt x="0" y="340211"/>
                  <a:pt x="0" y="298961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060132" y="4372303"/>
            <a:ext cx="189186" cy="168166"/>
          </a:xfrm>
          <a:custGeom>
            <a:avLst/>
            <a:gdLst/>
            <a:ahLst/>
            <a:cxnLst/>
            <a:rect l="l" t="t" r="r" b="b"/>
            <a:pathLst>
              <a:path w="189186" h="168166">
                <a:moveTo>
                  <a:pt x="157819" y="3383"/>
                </a:moveTo>
                <a:lnTo>
                  <a:pt x="85101" y="51895"/>
                </a:lnTo>
                <a:cubicBezTo>
                  <a:pt x="75543" y="58267"/>
                  <a:pt x="69467" y="68613"/>
                  <a:pt x="68481" y="79911"/>
                </a:cubicBezTo>
                <a:cubicBezTo>
                  <a:pt x="88944" y="84116"/>
                  <a:pt x="105071" y="100242"/>
                  <a:pt x="109308" y="120738"/>
                </a:cubicBezTo>
                <a:cubicBezTo>
                  <a:pt x="120639" y="119752"/>
                  <a:pt x="130952" y="113676"/>
                  <a:pt x="137324" y="104118"/>
                </a:cubicBezTo>
                <a:lnTo>
                  <a:pt x="185803" y="31367"/>
                </a:lnTo>
                <a:cubicBezTo>
                  <a:pt x="188004" y="28049"/>
                  <a:pt x="189186" y="24174"/>
                  <a:pt x="189186" y="20167"/>
                </a:cubicBezTo>
                <a:cubicBezTo>
                  <a:pt x="189186" y="9032"/>
                  <a:pt x="180154" y="0"/>
                  <a:pt x="169019" y="0"/>
                </a:cubicBezTo>
                <a:cubicBezTo>
                  <a:pt x="165045" y="0"/>
                  <a:pt x="161137" y="1182"/>
                  <a:pt x="157819" y="3383"/>
                </a:cubicBezTo>
                <a:close/>
                <a:moveTo>
                  <a:pt x="94593" y="131379"/>
                </a:moveTo>
                <a:cubicBezTo>
                  <a:pt x="94593" y="111048"/>
                  <a:pt x="78138" y="94593"/>
                  <a:pt x="57807" y="94593"/>
                </a:cubicBezTo>
                <a:cubicBezTo>
                  <a:pt x="37476" y="94593"/>
                  <a:pt x="21021" y="111048"/>
                  <a:pt x="21021" y="131379"/>
                </a:cubicBezTo>
                <a:cubicBezTo>
                  <a:pt x="21021" y="132660"/>
                  <a:pt x="21086" y="133941"/>
                  <a:pt x="21218" y="135189"/>
                </a:cubicBezTo>
                <a:cubicBezTo>
                  <a:pt x="21809" y="140937"/>
                  <a:pt x="17868" y="147145"/>
                  <a:pt x="12087" y="147145"/>
                </a:cubicBezTo>
                <a:lnTo>
                  <a:pt x="10510" y="147145"/>
                </a:lnTo>
                <a:cubicBezTo>
                  <a:pt x="4697" y="147145"/>
                  <a:pt x="0" y="151842"/>
                  <a:pt x="0" y="157655"/>
                </a:cubicBezTo>
                <a:cubicBezTo>
                  <a:pt x="0" y="163469"/>
                  <a:pt x="4697" y="168166"/>
                  <a:pt x="10510" y="168166"/>
                </a:cubicBezTo>
                <a:lnTo>
                  <a:pt x="57807" y="168166"/>
                </a:lnTo>
                <a:cubicBezTo>
                  <a:pt x="78138" y="168166"/>
                  <a:pt x="94593" y="151710"/>
                  <a:pt x="94593" y="131379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50" name="Text 48"/>
          <p:cNvSpPr/>
          <p:nvPr/>
        </p:nvSpPr>
        <p:spPr>
          <a:xfrm>
            <a:off x="4451350" y="4325591"/>
            <a:ext cx="120518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UX Refinement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965539" y="4755347"/>
            <a:ext cx="2998952" cy="597922"/>
          </a:xfrm>
          <a:custGeom>
            <a:avLst/>
            <a:gdLst/>
            <a:ahLst/>
            <a:cxnLst/>
            <a:rect l="l" t="t" r="r" b="b"/>
            <a:pathLst>
              <a:path w="2998952" h="597922">
                <a:moveTo>
                  <a:pt x="74740" y="0"/>
                </a:moveTo>
                <a:lnTo>
                  <a:pt x="2924211" y="0"/>
                </a:lnTo>
                <a:cubicBezTo>
                  <a:pt x="2965489" y="0"/>
                  <a:pt x="2998952" y="33462"/>
                  <a:pt x="2998952" y="74740"/>
                </a:cubicBezTo>
                <a:lnTo>
                  <a:pt x="2998952" y="523182"/>
                </a:lnTo>
                <a:cubicBezTo>
                  <a:pt x="2998952" y="564459"/>
                  <a:pt x="2965489" y="597922"/>
                  <a:pt x="2924211" y="597922"/>
                </a:cubicBezTo>
                <a:lnTo>
                  <a:pt x="74740" y="597922"/>
                </a:lnTo>
                <a:cubicBezTo>
                  <a:pt x="33490" y="597922"/>
                  <a:pt x="0" y="564432"/>
                  <a:pt x="0" y="523182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058964" y="4876800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130795" y="65398"/>
                </a:moveTo>
                <a:cubicBezTo>
                  <a:pt x="130795" y="65628"/>
                  <a:pt x="130795" y="65858"/>
                  <a:pt x="130795" y="66087"/>
                </a:cubicBezTo>
                <a:cubicBezTo>
                  <a:pt x="130693" y="75412"/>
                  <a:pt x="122212" y="81747"/>
                  <a:pt x="112888" y="81747"/>
                </a:cubicBezTo>
                <a:lnTo>
                  <a:pt x="87878" y="81747"/>
                </a:lnTo>
                <a:cubicBezTo>
                  <a:pt x="81108" y="81747"/>
                  <a:pt x="75616" y="87240"/>
                  <a:pt x="75616" y="94009"/>
                </a:cubicBezTo>
                <a:cubicBezTo>
                  <a:pt x="75616" y="94878"/>
                  <a:pt x="75718" y="95721"/>
                  <a:pt x="75872" y="96538"/>
                </a:cubicBezTo>
                <a:cubicBezTo>
                  <a:pt x="76408" y="99144"/>
                  <a:pt x="77532" y="101647"/>
                  <a:pt x="78631" y="104176"/>
                </a:cubicBezTo>
                <a:cubicBezTo>
                  <a:pt x="80189" y="107702"/>
                  <a:pt x="81722" y="111202"/>
                  <a:pt x="81722" y="114906"/>
                </a:cubicBezTo>
                <a:cubicBezTo>
                  <a:pt x="81722" y="123029"/>
                  <a:pt x="76204" y="130412"/>
                  <a:pt x="68080" y="130744"/>
                </a:cubicBezTo>
                <a:cubicBezTo>
                  <a:pt x="67186" y="130770"/>
                  <a:pt x="66292" y="130795"/>
                  <a:pt x="65372" y="130795"/>
                </a:cubicBezTo>
                <a:cubicBezTo>
                  <a:pt x="29250" y="130795"/>
                  <a:pt x="-26" y="101520"/>
                  <a:pt x="-26" y="65398"/>
                </a:cubicBezTo>
                <a:cubicBezTo>
                  <a:pt x="-26" y="29276"/>
                  <a:pt x="29276" y="0"/>
                  <a:pt x="65398" y="0"/>
                </a:cubicBezTo>
                <a:cubicBezTo>
                  <a:pt x="101520" y="0"/>
                  <a:pt x="130795" y="29276"/>
                  <a:pt x="130795" y="65398"/>
                </a:cubicBezTo>
                <a:close/>
                <a:moveTo>
                  <a:pt x="32699" y="73572"/>
                </a:moveTo>
                <a:cubicBezTo>
                  <a:pt x="32699" y="69061"/>
                  <a:pt x="29036" y="65398"/>
                  <a:pt x="24524" y="65398"/>
                </a:cubicBezTo>
                <a:cubicBezTo>
                  <a:pt x="20012" y="65398"/>
                  <a:pt x="16349" y="69061"/>
                  <a:pt x="16349" y="73572"/>
                </a:cubicBezTo>
                <a:cubicBezTo>
                  <a:pt x="16349" y="78084"/>
                  <a:pt x="20012" y="81747"/>
                  <a:pt x="24524" y="81747"/>
                </a:cubicBezTo>
                <a:cubicBezTo>
                  <a:pt x="29036" y="81747"/>
                  <a:pt x="32699" y="78084"/>
                  <a:pt x="32699" y="73572"/>
                </a:cubicBezTo>
                <a:close/>
                <a:moveTo>
                  <a:pt x="32699" y="49048"/>
                </a:moveTo>
                <a:cubicBezTo>
                  <a:pt x="37211" y="49048"/>
                  <a:pt x="40874" y="45385"/>
                  <a:pt x="40874" y="40874"/>
                </a:cubicBezTo>
                <a:cubicBezTo>
                  <a:pt x="40874" y="36362"/>
                  <a:pt x="37211" y="32699"/>
                  <a:pt x="32699" y="32699"/>
                </a:cubicBezTo>
                <a:cubicBezTo>
                  <a:pt x="28187" y="32699"/>
                  <a:pt x="24524" y="36362"/>
                  <a:pt x="24524" y="40874"/>
                </a:cubicBezTo>
                <a:cubicBezTo>
                  <a:pt x="24524" y="45385"/>
                  <a:pt x="28187" y="49048"/>
                  <a:pt x="32699" y="49048"/>
                </a:cubicBezTo>
                <a:close/>
                <a:moveTo>
                  <a:pt x="73572" y="24524"/>
                </a:moveTo>
                <a:cubicBezTo>
                  <a:pt x="73572" y="20012"/>
                  <a:pt x="69909" y="16349"/>
                  <a:pt x="65398" y="16349"/>
                </a:cubicBezTo>
                <a:cubicBezTo>
                  <a:pt x="60886" y="16349"/>
                  <a:pt x="57223" y="20012"/>
                  <a:pt x="57223" y="24524"/>
                </a:cubicBezTo>
                <a:cubicBezTo>
                  <a:pt x="57223" y="29036"/>
                  <a:pt x="60886" y="32699"/>
                  <a:pt x="65398" y="32699"/>
                </a:cubicBezTo>
                <a:cubicBezTo>
                  <a:pt x="69909" y="32699"/>
                  <a:pt x="73572" y="29036"/>
                  <a:pt x="73572" y="24524"/>
                </a:cubicBezTo>
                <a:close/>
                <a:moveTo>
                  <a:pt x="98097" y="49048"/>
                </a:moveTo>
                <a:cubicBezTo>
                  <a:pt x="102608" y="49048"/>
                  <a:pt x="106271" y="45385"/>
                  <a:pt x="106271" y="40874"/>
                </a:cubicBezTo>
                <a:cubicBezTo>
                  <a:pt x="106271" y="36362"/>
                  <a:pt x="102608" y="32699"/>
                  <a:pt x="98097" y="32699"/>
                </a:cubicBezTo>
                <a:cubicBezTo>
                  <a:pt x="93585" y="32699"/>
                  <a:pt x="89922" y="36362"/>
                  <a:pt x="89922" y="40874"/>
                </a:cubicBezTo>
                <a:cubicBezTo>
                  <a:pt x="89922" y="45385"/>
                  <a:pt x="93585" y="49048"/>
                  <a:pt x="98097" y="49048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53" name="Text 51"/>
          <p:cNvSpPr/>
          <p:nvPr/>
        </p:nvSpPr>
        <p:spPr>
          <a:xfrm>
            <a:off x="4278513" y="4830087"/>
            <a:ext cx="1055706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Schemes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040279" y="5091678"/>
            <a:ext cx="291486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Consistent, accessible palettes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965539" y="5428009"/>
            <a:ext cx="2998952" cy="597922"/>
          </a:xfrm>
          <a:custGeom>
            <a:avLst/>
            <a:gdLst/>
            <a:ahLst/>
            <a:cxnLst/>
            <a:rect l="l" t="t" r="r" b="b"/>
            <a:pathLst>
              <a:path w="2998952" h="597922">
                <a:moveTo>
                  <a:pt x="74740" y="0"/>
                </a:moveTo>
                <a:lnTo>
                  <a:pt x="2924211" y="0"/>
                </a:lnTo>
                <a:cubicBezTo>
                  <a:pt x="2965489" y="0"/>
                  <a:pt x="2998952" y="33462"/>
                  <a:pt x="2998952" y="74740"/>
                </a:cubicBezTo>
                <a:lnTo>
                  <a:pt x="2998952" y="523182"/>
                </a:lnTo>
                <a:cubicBezTo>
                  <a:pt x="2998952" y="564459"/>
                  <a:pt x="2965489" y="597922"/>
                  <a:pt x="2924211" y="597922"/>
                </a:cubicBezTo>
                <a:lnTo>
                  <a:pt x="74740" y="597922"/>
                </a:lnTo>
                <a:cubicBezTo>
                  <a:pt x="33490" y="597922"/>
                  <a:pt x="0" y="564432"/>
                  <a:pt x="0" y="523182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058964" y="5549462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8302" y="24524"/>
                </a:moveTo>
                <a:lnTo>
                  <a:pt x="8302" y="62715"/>
                </a:lnTo>
                <a:cubicBezTo>
                  <a:pt x="8302" y="67058"/>
                  <a:pt x="10014" y="71222"/>
                  <a:pt x="13080" y="74288"/>
                </a:cubicBezTo>
                <a:lnTo>
                  <a:pt x="62128" y="123336"/>
                </a:lnTo>
                <a:cubicBezTo>
                  <a:pt x="68514" y="129722"/>
                  <a:pt x="78860" y="129722"/>
                  <a:pt x="85247" y="123336"/>
                </a:cubicBezTo>
                <a:lnTo>
                  <a:pt x="123438" y="85145"/>
                </a:lnTo>
                <a:cubicBezTo>
                  <a:pt x="129825" y="78758"/>
                  <a:pt x="129825" y="68412"/>
                  <a:pt x="123438" y="62026"/>
                </a:cubicBezTo>
                <a:lnTo>
                  <a:pt x="74390" y="12977"/>
                </a:lnTo>
                <a:cubicBezTo>
                  <a:pt x="71324" y="9886"/>
                  <a:pt x="67186" y="8175"/>
                  <a:pt x="62843" y="8175"/>
                </a:cubicBezTo>
                <a:lnTo>
                  <a:pt x="24652" y="8175"/>
                </a:lnTo>
                <a:cubicBezTo>
                  <a:pt x="15634" y="8175"/>
                  <a:pt x="8302" y="15506"/>
                  <a:pt x="8302" y="24524"/>
                </a:cubicBezTo>
                <a:close/>
                <a:moveTo>
                  <a:pt x="36914" y="28611"/>
                </a:moveTo>
                <a:cubicBezTo>
                  <a:pt x="41426" y="28611"/>
                  <a:pt x="45089" y="32274"/>
                  <a:pt x="45089" y="36786"/>
                </a:cubicBezTo>
                <a:cubicBezTo>
                  <a:pt x="45089" y="41298"/>
                  <a:pt x="41426" y="44961"/>
                  <a:pt x="36914" y="44961"/>
                </a:cubicBezTo>
                <a:cubicBezTo>
                  <a:pt x="32402" y="44961"/>
                  <a:pt x="28739" y="41298"/>
                  <a:pt x="28739" y="36786"/>
                </a:cubicBezTo>
                <a:cubicBezTo>
                  <a:pt x="28739" y="32274"/>
                  <a:pt x="32402" y="28611"/>
                  <a:pt x="36914" y="28611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57" name="Text 55"/>
          <p:cNvSpPr/>
          <p:nvPr/>
        </p:nvSpPr>
        <p:spPr>
          <a:xfrm>
            <a:off x="4278513" y="5502749"/>
            <a:ext cx="85951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Labels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040279" y="5764340"/>
            <a:ext cx="291486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axis titles, legends, tooltips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965539" y="6100671"/>
            <a:ext cx="2998952" cy="597922"/>
          </a:xfrm>
          <a:custGeom>
            <a:avLst/>
            <a:gdLst/>
            <a:ahLst/>
            <a:cxnLst/>
            <a:rect l="l" t="t" r="r" b="b"/>
            <a:pathLst>
              <a:path w="2998952" h="597922">
                <a:moveTo>
                  <a:pt x="74740" y="0"/>
                </a:moveTo>
                <a:lnTo>
                  <a:pt x="2924211" y="0"/>
                </a:lnTo>
                <a:cubicBezTo>
                  <a:pt x="2965489" y="0"/>
                  <a:pt x="2998952" y="33462"/>
                  <a:pt x="2998952" y="74740"/>
                </a:cubicBezTo>
                <a:lnTo>
                  <a:pt x="2998952" y="523182"/>
                </a:lnTo>
                <a:cubicBezTo>
                  <a:pt x="2998952" y="564459"/>
                  <a:pt x="2965489" y="597922"/>
                  <a:pt x="2924211" y="597922"/>
                </a:cubicBezTo>
                <a:lnTo>
                  <a:pt x="74740" y="597922"/>
                </a:lnTo>
                <a:cubicBezTo>
                  <a:pt x="33490" y="597922"/>
                  <a:pt x="0" y="564432"/>
                  <a:pt x="0" y="523182"/>
                </a:cubicBezTo>
                <a:lnTo>
                  <a:pt x="0" y="74740"/>
                </a:lnTo>
                <a:cubicBezTo>
                  <a:pt x="0" y="33490"/>
                  <a:pt x="33490" y="0"/>
                  <a:pt x="74740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075313" y="6222124"/>
            <a:ext cx="98097" cy="130795"/>
          </a:xfrm>
          <a:custGeom>
            <a:avLst/>
            <a:gdLst/>
            <a:ahLst/>
            <a:cxnLst/>
            <a:rect l="l" t="t" r="r" b="b"/>
            <a:pathLst>
              <a:path w="98097" h="130795">
                <a:moveTo>
                  <a:pt x="4087" y="16349"/>
                </a:moveTo>
                <a:cubicBezTo>
                  <a:pt x="4087" y="7332"/>
                  <a:pt x="11419" y="0"/>
                  <a:pt x="20437" y="0"/>
                </a:cubicBezTo>
                <a:lnTo>
                  <a:pt x="77660" y="0"/>
                </a:lnTo>
                <a:cubicBezTo>
                  <a:pt x="86678" y="0"/>
                  <a:pt x="94009" y="7332"/>
                  <a:pt x="94009" y="16349"/>
                </a:cubicBezTo>
                <a:lnTo>
                  <a:pt x="94009" y="114446"/>
                </a:lnTo>
                <a:cubicBezTo>
                  <a:pt x="94009" y="123464"/>
                  <a:pt x="86678" y="130795"/>
                  <a:pt x="77660" y="130795"/>
                </a:cubicBezTo>
                <a:lnTo>
                  <a:pt x="20437" y="130795"/>
                </a:lnTo>
                <a:cubicBezTo>
                  <a:pt x="11419" y="130795"/>
                  <a:pt x="4087" y="123464"/>
                  <a:pt x="4087" y="114446"/>
                </a:cubicBezTo>
                <a:lnTo>
                  <a:pt x="4087" y="16349"/>
                </a:lnTo>
                <a:close/>
                <a:moveTo>
                  <a:pt x="20437" y="16349"/>
                </a:moveTo>
                <a:lnTo>
                  <a:pt x="20437" y="94009"/>
                </a:lnTo>
                <a:lnTo>
                  <a:pt x="77660" y="94009"/>
                </a:lnTo>
                <a:lnTo>
                  <a:pt x="77660" y="16349"/>
                </a:lnTo>
                <a:lnTo>
                  <a:pt x="20437" y="16349"/>
                </a:lnTo>
                <a:close/>
                <a:moveTo>
                  <a:pt x="49048" y="120577"/>
                </a:moveTo>
                <a:cubicBezTo>
                  <a:pt x="53570" y="120577"/>
                  <a:pt x="57223" y="116924"/>
                  <a:pt x="57223" y="112402"/>
                </a:cubicBezTo>
                <a:cubicBezTo>
                  <a:pt x="57223" y="107881"/>
                  <a:pt x="53570" y="104228"/>
                  <a:pt x="49048" y="104228"/>
                </a:cubicBezTo>
                <a:cubicBezTo>
                  <a:pt x="44527" y="104228"/>
                  <a:pt x="40874" y="107881"/>
                  <a:pt x="40874" y="112402"/>
                </a:cubicBezTo>
                <a:cubicBezTo>
                  <a:pt x="40874" y="116924"/>
                  <a:pt x="44527" y="120577"/>
                  <a:pt x="49048" y="120577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61" name="Text 59"/>
          <p:cNvSpPr/>
          <p:nvPr/>
        </p:nvSpPr>
        <p:spPr>
          <a:xfrm>
            <a:off x="4278513" y="6175411"/>
            <a:ext cx="1289269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040279" y="6437002"/>
            <a:ext cx="291486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Multi-device compatibility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319214" y="1817122"/>
            <a:ext cx="4493756" cy="3522133"/>
          </a:xfrm>
          <a:custGeom>
            <a:avLst/>
            <a:gdLst/>
            <a:ahLst/>
            <a:cxnLst/>
            <a:rect l="l" t="t" r="r" b="b"/>
            <a:pathLst>
              <a:path w="4493756" h="3522133">
                <a:moveTo>
                  <a:pt x="112110" y="0"/>
                </a:moveTo>
                <a:lnTo>
                  <a:pt x="4381647" y="0"/>
                </a:lnTo>
                <a:cubicBezTo>
                  <a:pt x="4443563" y="0"/>
                  <a:pt x="4493756" y="50193"/>
                  <a:pt x="4493756" y="112110"/>
                </a:cubicBezTo>
                <a:lnTo>
                  <a:pt x="4493756" y="3410024"/>
                </a:lnTo>
                <a:cubicBezTo>
                  <a:pt x="4493756" y="3471940"/>
                  <a:pt x="4443563" y="3522133"/>
                  <a:pt x="4381647" y="3522133"/>
                </a:cubicBezTo>
                <a:lnTo>
                  <a:pt x="112110" y="3522133"/>
                </a:lnTo>
                <a:cubicBezTo>
                  <a:pt x="50193" y="3522133"/>
                  <a:pt x="0" y="3471940"/>
                  <a:pt x="0" y="3410024"/>
                </a:cubicBezTo>
                <a:lnTo>
                  <a:pt x="0" y="112110"/>
                </a:lnTo>
                <a:cubicBezTo>
                  <a:pt x="0" y="50193"/>
                  <a:pt x="50193" y="0"/>
                  <a:pt x="112110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73366" y="1971274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627518" y="2102069"/>
            <a:ext cx="140138" cy="186851"/>
          </a:xfrm>
          <a:custGeom>
            <a:avLst/>
            <a:gdLst/>
            <a:ahLst/>
            <a:cxnLst/>
            <a:rect l="l" t="t" r="r" b="b"/>
            <a:pathLst>
              <a:path w="140138" h="186851">
                <a:moveTo>
                  <a:pt x="106892" y="140138"/>
                </a:moveTo>
                <a:cubicBezTo>
                  <a:pt x="109556" y="132000"/>
                  <a:pt x="114884" y="124628"/>
                  <a:pt x="120905" y="118278"/>
                </a:cubicBezTo>
                <a:cubicBezTo>
                  <a:pt x="132839" y="105724"/>
                  <a:pt x="140138" y="88754"/>
                  <a:pt x="140138" y="70069"/>
                </a:cubicBezTo>
                <a:cubicBezTo>
                  <a:pt x="140138" y="31385"/>
                  <a:pt x="108753" y="0"/>
                  <a:pt x="70069" y="0"/>
                </a:cubicBezTo>
                <a:cubicBezTo>
                  <a:pt x="31385" y="0"/>
                  <a:pt x="0" y="31385"/>
                  <a:pt x="0" y="70069"/>
                </a:cubicBezTo>
                <a:cubicBezTo>
                  <a:pt x="0" y="88754"/>
                  <a:pt x="7299" y="105724"/>
                  <a:pt x="19232" y="118278"/>
                </a:cubicBezTo>
                <a:cubicBezTo>
                  <a:pt x="25254" y="124628"/>
                  <a:pt x="30619" y="132000"/>
                  <a:pt x="33246" y="140138"/>
                </a:cubicBezTo>
                <a:lnTo>
                  <a:pt x="106855" y="140138"/>
                </a:lnTo>
                <a:close/>
                <a:moveTo>
                  <a:pt x="105103" y="157655"/>
                </a:moveTo>
                <a:lnTo>
                  <a:pt x="35034" y="157655"/>
                </a:lnTo>
                <a:lnTo>
                  <a:pt x="35034" y="163494"/>
                </a:lnTo>
                <a:cubicBezTo>
                  <a:pt x="35034" y="179625"/>
                  <a:pt x="48099" y="192690"/>
                  <a:pt x="64230" y="192690"/>
                </a:cubicBezTo>
                <a:lnTo>
                  <a:pt x="75908" y="192690"/>
                </a:lnTo>
                <a:cubicBezTo>
                  <a:pt x="92039" y="192690"/>
                  <a:pt x="105103" y="179625"/>
                  <a:pt x="105103" y="163494"/>
                </a:cubicBezTo>
                <a:lnTo>
                  <a:pt x="105103" y="157655"/>
                </a:lnTo>
                <a:close/>
                <a:moveTo>
                  <a:pt x="67149" y="40874"/>
                </a:moveTo>
                <a:cubicBezTo>
                  <a:pt x="52625" y="40874"/>
                  <a:pt x="40874" y="52625"/>
                  <a:pt x="40874" y="67149"/>
                </a:cubicBezTo>
                <a:cubicBezTo>
                  <a:pt x="40874" y="72003"/>
                  <a:pt x="36969" y="75908"/>
                  <a:pt x="32115" y="75908"/>
                </a:cubicBezTo>
                <a:cubicBezTo>
                  <a:pt x="27261" y="75908"/>
                  <a:pt x="23356" y="72003"/>
                  <a:pt x="23356" y="67149"/>
                </a:cubicBezTo>
                <a:cubicBezTo>
                  <a:pt x="23356" y="42954"/>
                  <a:pt x="42954" y="23356"/>
                  <a:pt x="67149" y="23356"/>
                </a:cubicBezTo>
                <a:cubicBezTo>
                  <a:pt x="72003" y="23356"/>
                  <a:pt x="75908" y="27261"/>
                  <a:pt x="75908" y="32115"/>
                </a:cubicBezTo>
                <a:cubicBezTo>
                  <a:pt x="75908" y="36969"/>
                  <a:pt x="72003" y="40874"/>
                  <a:pt x="67149" y="40874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66" name="Text 64"/>
          <p:cNvSpPr/>
          <p:nvPr/>
        </p:nvSpPr>
        <p:spPr>
          <a:xfrm>
            <a:off x="8033918" y="2064699"/>
            <a:ext cx="1700340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Highlight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473366" y="2531825"/>
            <a:ext cx="4185453" cy="672662"/>
          </a:xfrm>
          <a:custGeom>
            <a:avLst/>
            <a:gdLst/>
            <a:ahLst/>
            <a:cxnLst/>
            <a:rect l="l" t="t" r="r" b="b"/>
            <a:pathLst>
              <a:path w="4185453" h="672662">
                <a:moveTo>
                  <a:pt x="74739" y="0"/>
                </a:moveTo>
                <a:lnTo>
                  <a:pt x="4110713" y="0"/>
                </a:lnTo>
                <a:cubicBezTo>
                  <a:pt x="4151991" y="0"/>
                  <a:pt x="4185453" y="33462"/>
                  <a:pt x="4185453" y="74739"/>
                </a:cubicBezTo>
                <a:lnTo>
                  <a:pt x="4185453" y="597923"/>
                </a:lnTo>
                <a:cubicBezTo>
                  <a:pt x="4185453" y="639200"/>
                  <a:pt x="4151991" y="672662"/>
                  <a:pt x="4110713" y="672662"/>
                </a:cubicBezTo>
                <a:lnTo>
                  <a:pt x="74739" y="672662"/>
                </a:lnTo>
                <a:cubicBezTo>
                  <a:pt x="33462" y="672662"/>
                  <a:pt x="0" y="639200"/>
                  <a:pt x="0" y="597923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585476" y="2662621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37371" y="0"/>
                </a:moveTo>
                <a:lnTo>
                  <a:pt x="186850" y="0"/>
                </a:lnTo>
                <a:cubicBezTo>
                  <a:pt x="207475" y="0"/>
                  <a:pt x="224221" y="16745"/>
                  <a:pt x="224221" y="37371"/>
                </a:cubicBezTo>
                <a:lnTo>
                  <a:pt x="224221" y="186850"/>
                </a:lnTo>
                <a:cubicBezTo>
                  <a:pt x="224221" y="207489"/>
                  <a:pt x="207489" y="224221"/>
                  <a:pt x="186850" y="224221"/>
                </a:cubicBezTo>
                <a:lnTo>
                  <a:pt x="37371" y="224221"/>
                </a:lnTo>
                <a:cubicBezTo>
                  <a:pt x="16745" y="224221"/>
                  <a:pt x="0" y="207475"/>
                  <a:pt x="0" y="186850"/>
                </a:cubicBezTo>
                <a:lnTo>
                  <a:pt x="0" y="37371"/>
                </a:lnTo>
                <a:cubicBezTo>
                  <a:pt x="0" y="16745"/>
                  <a:pt x="16745" y="0"/>
                  <a:pt x="37371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641532" y="2718676"/>
            <a:ext cx="112110" cy="112110"/>
          </a:xfrm>
          <a:custGeom>
            <a:avLst/>
            <a:gdLst/>
            <a:ahLst/>
            <a:cxnLst/>
            <a:rect l="l" t="t" r="r" b="b"/>
            <a:pathLst>
              <a:path w="112110" h="112110">
                <a:moveTo>
                  <a:pt x="21021" y="21021"/>
                </a:moveTo>
                <a:cubicBezTo>
                  <a:pt x="21021" y="9416"/>
                  <a:pt x="30436" y="0"/>
                  <a:pt x="42041" y="0"/>
                </a:cubicBezTo>
                <a:cubicBezTo>
                  <a:pt x="53647" y="0"/>
                  <a:pt x="63062" y="9416"/>
                  <a:pt x="63062" y="21021"/>
                </a:cubicBezTo>
                <a:lnTo>
                  <a:pt x="63062" y="57084"/>
                </a:lnTo>
                <a:cubicBezTo>
                  <a:pt x="69522" y="62865"/>
                  <a:pt x="73572" y="71251"/>
                  <a:pt x="73572" y="80579"/>
                </a:cubicBezTo>
                <a:cubicBezTo>
                  <a:pt x="73572" y="97987"/>
                  <a:pt x="59449" y="112110"/>
                  <a:pt x="42041" y="112110"/>
                </a:cubicBezTo>
                <a:cubicBezTo>
                  <a:pt x="24634" y="112110"/>
                  <a:pt x="10510" y="97987"/>
                  <a:pt x="10510" y="80579"/>
                </a:cubicBezTo>
                <a:cubicBezTo>
                  <a:pt x="10510" y="71251"/>
                  <a:pt x="14561" y="62843"/>
                  <a:pt x="21021" y="57084"/>
                </a:cubicBezTo>
                <a:lnTo>
                  <a:pt x="21021" y="21021"/>
                </a:lnTo>
                <a:close/>
                <a:moveTo>
                  <a:pt x="42041" y="94593"/>
                </a:moveTo>
                <a:cubicBezTo>
                  <a:pt x="49771" y="94593"/>
                  <a:pt x="56055" y="88309"/>
                  <a:pt x="56055" y="80579"/>
                </a:cubicBezTo>
                <a:cubicBezTo>
                  <a:pt x="56055" y="74689"/>
                  <a:pt x="52442" y="69653"/>
                  <a:pt x="47297" y="67595"/>
                </a:cubicBezTo>
                <a:lnTo>
                  <a:pt x="47297" y="21021"/>
                </a:lnTo>
                <a:cubicBezTo>
                  <a:pt x="47297" y="18108"/>
                  <a:pt x="44954" y="15766"/>
                  <a:pt x="42041" y="15766"/>
                </a:cubicBezTo>
                <a:cubicBezTo>
                  <a:pt x="39129" y="15766"/>
                  <a:pt x="36786" y="18108"/>
                  <a:pt x="36786" y="21021"/>
                </a:cubicBezTo>
                <a:lnTo>
                  <a:pt x="36786" y="67595"/>
                </a:lnTo>
                <a:cubicBezTo>
                  <a:pt x="31641" y="69675"/>
                  <a:pt x="28028" y="74711"/>
                  <a:pt x="28028" y="80579"/>
                </a:cubicBezTo>
                <a:cubicBezTo>
                  <a:pt x="28028" y="88309"/>
                  <a:pt x="34312" y="94593"/>
                  <a:pt x="42041" y="94593"/>
                </a:cubicBezTo>
                <a:close/>
                <a:moveTo>
                  <a:pt x="101600" y="17517"/>
                </a:moveTo>
                <a:cubicBezTo>
                  <a:pt x="101600" y="13650"/>
                  <a:pt x="98460" y="10510"/>
                  <a:pt x="94593" y="10510"/>
                </a:cubicBezTo>
                <a:cubicBezTo>
                  <a:pt x="90726" y="10510"/>
                  <a:pt x="87586" y="13650"/>
                  <a:pt x="87586" y="17517"/>
                </a:cubicBezTo>
                <a:cubicBezTo>
                  <a:pt x="87586" y="21384"/>
                  <a:pt x="90726" y="24524"/>
                  <a:pt x="94593" y="24524"/>
                </a:cubicBezTo>
                <a:cubicBezTo>
                  <a:pt x="98460" y="24524"/>
                  <a:pt x="101600" y="21384"/>
                  <a:pt x="101600" y="17517"/>
                </a:cubicBezTo>
                <a:close/>
                <a:moveTo>
                  <a:pt x="77076" y="17517"/>
                </a:moveTo>
                <a:cubicBezTo>
                  <a:pt x="77076" y="7849"/>
                  <a:pt x="84925" y="0"/>
                  <a:pt x="94593" y="0"/>
                </a:cubicBezTo>
                <a:cubicBezTo>
                  <a:pt x="104261" y="0"/>
                  <a:pt x="112110" y="7849"/>
                  <a:pt x="112110" y="17517"/>
                </a:cubicBezTo>
                <a:cubicBezTo>
                  <a:pt x="112110" y="27185"/>
                  <a:pt x="104261" y="35034"/>
                  <a:pt x="94593" y="35034"/>
                </a:cubicBezTo>
                <a:cubicBezTo>
                  <a:pt x="84925" y="35034"/>
                  <a:pt x="77076" y="27185"/>
                  <a:pt x="77076" y="17517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0" name="Text 68"/>
          <p:cNvSpPr/>
          <p:nvPr/>
        </p:nvSpPr>
        <p:spPr>
          <a:xfrm>
            <a:off x="7884437" y="2643936"/>
            <a:ext cx="2933554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Anomalies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884437" y="2905526"/>
            <a:ext cx="2924211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regions with unusual temperature patterns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473366" y="3279228"/>
            <a:ext cx="4185453" cy="672662"/>
          </a:xfrm>
          <a:custGeom>
            <a:avLst/>
            <a:gdLst/>
            <a:ahLst/>
            <a:cxnLst/>
            <a:rect l="l" t="t" r="r" b="b"/>
            <a:pathLst>
              <a:path w="4185453" h="672662">
                <a:moveTo>
                  <a:pt x="74739" y="0"/>
                </a:moveTo>
                <a:lnTo>
                  <a:pt x="4110713" y="0"/>
                </a:lnTo>
                <a:cubicBezTo>
                  <a:pt x="4151991" y="0"/>
                  <a:pt x="4185453" y="33462"/>
                  <a:pt x="4185453" y="74739"/>
                </a:cubicBezTo>
                <a:lnTo>
                  <a:pt x="4185453" y="597923"/>
                </a:lnTo>
                <a:cubicBezTo>
                  <a:pt x="4185453" y="639200"/>
                  <a:pt x="4151991" y="672662"/>
                  <a:pt x="4110713" y="672662"/>
                </a:cubicBezTo>
                <a:lnTo>
                  <a:pt x="74739" y="672662"/>
                </a:lnTo>
                <a:cubicBezTo>
                  <a:pt x="33462" y="672662"/>
                  <a:pt x="0" y="639200"/>
                  <a:pt x="0" y="597923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7585476" y="3410023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37371" y="0"/>
                </a:moveTo>
                <a:lnTo>
                  <a:pt x="186850" y="0"/>
                </a:lnTo>
                <a:cubicBezTo>
                  <a:pt x="207475" y="0"/>
                  <a:pt x="224221" y="16745"/>
                  <a:pt x="224221" y="37371"/>
                </a:cubicBezTo>
                <a:lnTo>
                  <a:pt x="224221" y="186850"/>
                </a:lnTo>
                <a:cubicBezTo>
                  <a:pt x="224221" y="207489"/>
                  <a:pt x="207489" y="224221"/>
                  <a:pt x="186850" y="224221"/>
                </a:cubicBezTo>
                <a:lnTo>
                  <a:pt x="37371" y="224221"/>
                </a:lnTo>
                <a:cubicBezTo>
                  <a:pt x="16745" y="224221"/>
                  <a:pt x="0" y="207475"/>
                  <a:pt x="0" y="186850"/>
                </a:cubicBezTo>
                <a:lnTo>
                  <a:pt x="0" y="37371"/>
                </a:lnTo>
                <a:cubicBezTo>
                  <a:pt x="0" y="16745"/>
                  <a:pt x="16745" y="0"/>
                  <a:pt x="3737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641532" y="3466078"/>
            <a:ext cx="112110" cy="112110"/>
          </a:xfrm>
          <a:custGeom>
            <a:avLst/>
            <a:gdLst/>
            <a:ahLst/>
            <a:cxnLst/>
            <a:rect l="l" t="t" r="r" b="b"/>
            <a:pathLst>
              <a:path w="112110" h="112110">
                <a:moveTo>
                  <a:pt x="21021" y="70069"/>
                </a:moveTo>
                <a:cubicBezTo>
                  <a:pt x="9416" y="70069"/>
                  <a:pt x="0" y="60653"/>
                  <a:pt x="0" y="49048"/>
                </a:cubicBezTo>
                <a:cubicBezTo>
                  <a:pt x="0" y="39742"/>
                  <a:pt x="6043" y="31838"/>
                  <a:pt x="14430" y="29079"/>
                </a:cubicBezTo>
                <a:cubicBezTo>
                  <a:pt x="14145" y="27612"/>
                  <a:pt x="14014" y="26079"/>
                  <a:pt x="14014" y="24524"/>
                </a:cubicBezTo>
                <a:cubicBezTo>
                  <a:pt x="14014" y="10970"/>
                  <a:pt x="24984" y="0"/>
                  <a:pt x="38538" y="0"/>
                </a:cubicBezTo>
                <a:cubicBezTo>
                  <a:pt x="47975" y="0"/>
                  <a:pt x="56165" y="5321"/>
                  <a:pt x="60259" y="13138"/>
                </a:cubicBezTo>
                <a:cubicBezTo>
                  <a:pt x="63478" y="9394"/>
                  <a:pt x="68252" y="7007"/>
                  <a:pt x="73572" y="7007"/>
                </a:cubicBezTo>
                <a:cubicBezTo>
                  <a:pt x="83251" y="7007"/>
                  <a:pt x="91090" y="14846"/>
                  <a:pt x="91090" y="24524"/>
                </a:cubicBezTo>
                <a:cubicBezTo>
                  <a:pt x="91090" y="25728"/>
                  <a:pt x="90958" y="26889"/>
                  <a:pt x="90739" y="28028"/>
                </a:cubicBezTo>
                <a:cubicBezTo>
                  <a:pt x="90849" y="28028"/>
                  <a:pt x="90980" y="28028"/>
                  <a:pt x="91090" y="28028"/>
                </a:cubicBezTo>
                <a:cubicBezTo>
                  <a:pt x="102695" y="28028"/>
                  <a:pt x="112110" y="37443"/>
                  <a:pt x="112110" y="49048"/>
                </a:cubicBezTo>
                <a:cubicBezTo>
                  <a:pt x="112110" y="60653"/>
                  <a:pt x="102695" y="70069"/>
                  <a:pt x="91090" y="70069"/>
                </a:cubicBezTo>
                <a:lnTo>
                  <a:pt x="21021" y="70069"/>
                </a:lnTo>
                <a:close/>
                <a:moveTo>
                  <a:pt x="21371" y="85002"/>
                </a:moveTo>
                <a:cubicBezTo>
                  <a:pt x="21612" y="84455"/>
                  <a:pt x="22159" y="84083"/>
                  <a:pt x="22772" y="84083"/>
                </a:cubicBezTo>
                <a:cubicBezTo>
                  <a:pt x="23386" y="84083"/>
                  <a:pt x="23933" y="84433"/>
                  <a:pt x="24174" y="85002"/>
                </a:cubicBezTo>
                <a:lnTo>
                  <a:pt x="30787" y="99936"/>
                </a:lnTo>
                <a:cubicBezTo>
                  <a:pt x="31268" y="101053"/>
                  <a:pt x="31531" y="102235"/>
                  <a:pt x="31531" y="103439"/>
                </a:cubicBezTo>
                <a:cubicBezTo>
                  <a:pt x="31531" y="108235"/>
                  <a:pt x="27568" y="112110"/>
                  <a:pt x="22772" y="112110"/>
                </a:cubicBezTo>
                <a:cubicBezTo>
                  <a:pt x="17977" y="112110"/>
                  <a:pt x="14014" y="108235"/>
                  <a:pt x="14014" y="103439"/>
                </a:cubicBezTo>
                <a:cubicBezTo>
                  <a:pt x="14014" y="102235"/>
                  <a:pt x="14277" y="101031"/>
                  <a:pt x="14758" y="99936"/>
                </a:cubicBezTo>
                <a:lnTo>
                  <a:pt x="21371" y="85002"/>
                </a:lnTo>
                <a:close/>
                <a:moveTo>
                  <a:pt x="54654" y="85002"/>
                </a:moveTo>
                <a:cubicBezTo>
                  <a:pt x="54895" y="84455"/>
                  <a:pt x="55442" y="84083"/>
                  <a:pt x="56055" y="84083"/>
                </a:cubicBezTo>
                <a:cubicBezTo>
                  <a:pt x="56668" y="84083"/>
                  <a:pt x="57216" y="84433"/>
                  <a:pt x="57457" y="85002"/>
                </a:cubicBezTo>
                <a:lnTo>
                  <a:pt x="64069" y="99936"/>
                </a:lnTo>
                <a:cubicBezTo>
                  <a:pt x="64551" y="101053"/>
                  <a:pt x="64814" y="102235"/>
                  <a:pt x="64814" y="103439"/>
                </a:cubicBezTo>
                <a:cubicBezTo>
                  <a:pt x="64814" y="108235"/>
                  <a:pt x="60851" y="112110"/>
                  <a:pt x="56055" y="112110"/>
                </a:cubicBezTo>
                <a:cubicBezTo>
                  <a:pt x="51260" y="112110"/>
                  <a:pt x="47297" y="108235"/>
                  <a:pt x="47297" y="103439"/>
                </a:cubicBezTo>
                <a:cubicBezTo>
                  <a:pt x="47297" y="102235"/>
                  <a:pt x="47559" y="101031"/>
                  <a:pt x="48041" y="99936"/>
                </a:cubicBezTo>
                <a:lnTo>
                  <a:pt x="54654" y="85002"/>
                </a:lnTo>
                <a:close/>
                <a:moveTo>
                  <a:pt x="81324" y="99936"/>
                </a:moveTo>
                <a:lnTo>
                  <a:pt x="87937" y="85002"/>
                </a:lnTo>
                <a:cubicBezTo>
                  <a:pt x="88177" y="84455"/>
                  <a:pt x="88725" y="84083"/>
                  <a:pt x="89338" y="84083"/>
                </a:cubicBezTo>
                <a:cubicBezTo>
                  <a:pt x="89951" y="84083"/>
                  <a:pt x="90498" y="84433"/>
                  <a:pt x="90739" y="85002"/>
                </a:cubicBezTo>
                <a:lnTo>
                  <a:pt x="97352" y="99936"/>
                </a:lnTo>
                <a:cubicBezTo>
                  <a:pt x="97834" y="101053"/>
                  <a:pt x="98097" y="102235"/>
                  <a:pt x="98097" y="103439"/>
                </a:cubicBezTo>
                <a:cubicBezTo>
                  <a:pt x="98097" y="108235"/>
                  <a:pt x="94133" y="112110"/>
                  <a:pt x="89338" y="112110"/>
                </a:cubicBezTo>
                <a:cubicBezTo>
                  <a:pt x="84543" y="112110"/>
                  <a:pt x="80579" y="108235"/>
                  <a:pt x="80579" y="103439"/>
                </a:cubicBezTo>
                <a:cubicBezTo>
                  <a:pt x="80579" y="102235"/>
                  <a:pt x="80842" y="101031"/>
                  <a:pt x="81324" y="99936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75" name="Text 73"/>
          <p:cNvSpPr/>
          <p:nvPr/>
        </p:nvSpPr>
        <p:spPr>
          <a:xfrm>
            <a:off x="7884437" y="3391338"/>
            <a:ext cx="2429057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High-Precipitation Zones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884437" y="3652929"/>
            <a:ext cx="241971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areas with excessive rainfall patterns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473366" y="4026630"/>
            <a:ext cx="4185453" cy="672662"/>
          </a:xfrm>
          <a:custGeom>
            <a:avLst/>
            <a:gdLst/>
            <a:ahLst/>
            <a:cxnLst/>
            <a:rect l="l" t="t" r="r" b="b"/>
            <a:pathLst>
              <a:path w="4185453" h="672662">
                <a:moveTo>
                  <a:pt x="74739" y="0"/>
                </a:moveTo>
                <a:lnTo>
                  <a:pt x="4110713" y="0"/>
                </a:lnTo>
                <a:cubicBezTo>
                  <a:pt x="4151991" y="0"/>
                  <a:pt x="4185453" y="33462"/>
                  <a:pt x="4185453" y="74739"/>
                </a:cubicBezTo>
                <a:lnTo>
                  <a:pt x="4185453" y="597923"/>
                </a:lnTo>
                <a:cubicBezTo>
                  <a:pt x="4185453" y="639200"/>
                  <a:pt x="4151991" y="672662"/>
                  <a:pt x="4110713" y="672662"/>
                </a:cubicBezTo>
                <a:lnTo>
                  <a:pt x="74739" y="672662"/>
                </a:lnTo>
                <a:cubicBezTo>
                  <a:pt x="33462" y="672662"/>
                  <a:pt x="0" y="639200"/>
                  <a:pt x="0" y="597923"/>
                </a:cubicBezTo>
                <a:lnTo>
                  <a:pt x="0" y="74739"/>
                </a:lnTo>
                <a:cubicBezTo>
                  <a:pt x="0" y="33490"/>
                  <a:pt x="33490" y="0"/>
                  <a:pt x="7473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7585476" y="4157425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37371" y="0"/>
                </a:moveTo>
                <a:lnTo>
                  <a:pt x="186850" y="0"/>
                </a:lnTo>
                <a:cubicBezTo>
                  <a:pt x="207475" y="0"/>
                  <a:pt x="224221" y="16745"/>
                  <a:pt x="224221" y="37371"/>
                </a:cubicBezTo>
                <a:lnTo>
                  <a:pt x="224221" y="186850"/>
                </a:lnTo>
                <a:cubicBezTo>
                  <a:pt x="224221" y="207489"/>
                  <a:pt x="207489" y="224221"/>
                  <a:pt x="186850" y="224221"/>
                </a:cubicBezTo>
                <a:lnTo>
                  <a:pt x="37371" y="224221"/>
                </a:lnTo>
                <a:cubicBezTo>
                  <a:pt x="16745" y="224221"/>
                  <a:pt x="0" y="207475"/>
                  <a:pt x="0" y="186850"/>
                </a:cubicBezTo>
                <a:lnTo>
                  <a:pt x="0" y="37371"/>
                </a:lnTo>
                <a:cubicBezTo>
                  <a:pt x="0" y="16745"/>
                  <a:pt x="16745" y="0"/>
                  <a:pt x="37371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7641532" y="4213480"/>
            <a:ext cx="112110" cy="112110"/>
          </a:xfrm>
          <a:custGeom>
            <a:avLst/>
            <a:gdLst/>
            <a:ahLst/>
            <a:cxnLst/>
            <a:rect l="l" t="t" r="r" b="b"/>
            <a:pathLst>
              <a:path w="112110" h="112110">
                <a:moveTo>
                  <a:pt x="63062" y="7007"/>
                </a:moveTo>
                <a:cubicBezTo>
                  <a:pt x="63062" y="10883"/>
                  <a:pt x="66193" y="14014"/>
                  <a:pt x="70069" y="14014"/>
                </a:cubicBezTo>
                <a:lnTo>
                  <a:pt x="78828" y="14014"/>
                </a:lnTo>
                <a:cubicBezTo>
                  <a:pt x="81740" y="14014"/>
                  <a:pt x="84083" y="16357"/>
                  <a:pt x="84083" y="19269"/>
                </a:cubicBezTo>
                <a:cubicBezTo>
                  <a:pt x="84083" y="22181"/>
                  <a:pt x="81740" y="24524"/>
                  <a:pt x="78828" y="24524"/>
                </a:cubicBezTo>
                <a:lnTo>
                  <a:pt x="7007" y="24524"/>
                </a:lnTo>
                <a:cubicBezTo>
                  <a:pt x="3131" y="24524"/>
                  <a:pt x="0" y="27655"/>
                  <a:pt x="0" y="31531"/>
                </a:cubicBezTo>
                <a:cubicBezTo>
                  <a:pt x="0" y="35407"/>
                  <a:pt x="3131" y="38538"/>
                  <a:pt x="7007" y="38538"/>
                </a:cubicBezTo>
                <a:lnTo>
                  <a:pt x="78828" y="38538"/>
                </a:lnTo>
                <a:cubicBezTo>
                  <a:pt x="89469" y="38538"/>
                  <a:pt x="98097" y="29911"/>
                  <a:pt x="98097" y="19269"/>
                </a:cubicBezTo>
                <a:cubicBezTo>
                  <a:pt x="98097" y="8627"/>
                  <a:pt x="89469" y="0"/>
                  <a:pt x="78828" y="0"/>
                </a:cubicBezTo>
                <a:lnTo>
                  <a:pt x="70069" y="0"/>
                </a:lnTo>
                <a:cubicBezTo>
                  <a:pt x="66193" y="0"/>
                  <a:pt x="63062" y="3131"/>
                  <a:pt x="63062" y="7007"/>
                </a:cubicBezTo>
                <a:close/>
                <a:moveTo>
                  <a:pt x="77076" y="84083"/>
                </a:moveTo>
                <a:cubicBezTo>
                  <a:pt x="77076" y="87958"/>
                  <a:pt x="80207" y="91090"/>
                  <a:pt x="84083" y="91090"/>
                </a:cubicBezTo>
                <a:lnTo>
                  <a:pt x="91090" y="91090"/>
                </a:lnTo>
                <a:cubicBezTo>
                  <a:pt x="102695" y="91090"/>
                  <a:pt x="112110" y="81674"/>
                  <a:pt x="112110" y="70069"/>
                </a:cubicBezTo>
                <a:cubicBezTo>
                  <a:pt x="112110" y="58464"/>
                  <a:pt x="102695" y="49048"/>
                  <a:pt x="91090" y="49048"/>
                </a:cubicBezTo>
                <a:lnTo>
                  <a:pt x="7007" y="49048"/>
                </a:lnTo>
                <a:cubicBezTo>
                  <a:pt x="3131" y="49048"/>
                  <a:pt x="0" y="52179"/>
                  <a:pt x="0" y="56055"/>
                </a:cubicBezTo>
                <a:cubicBezTo>
                  <a:pt x="0" y="59931"/>
                  <a:pt x="3131" y="63062"/>
                  <a:pt x="7007" y="63062"/>
                </a:cubicBezTo>
                <a:lnTo>
                  <a:pt x="91090" y="63062"/>
                </a:lnTo>
                <a:cubicBezTo>
                  <a:pt x="94965" y="63062"/>
                  <a:pt x="98097" y="66193"/>
                  <a:pt x="98097" y="70069"/>
                </a:cubicBezTo>
                <a:cubicBezTo>
                  <a:pt x="98097" y="73945"/>
                  <a:pt x="94965" y="77076"/>
                  <a:pt x="91090" y="77076"/>
                </a:cubicBezTo>
                <a:lnTo>
                  <a:pt x="84083" y="77076"/>
                </a:lnTo>
                <a:cubicBezTo>
                  <a:pt x="80207" y="77076"/>
                  <a:pt x="77076" y="80207"/>
                  <a:pt x="77076" y="84083"/>
                </a:cubicBezTo>
                <a:close/>
                <a:moveTo>
                  <a:pt x="28028" y="112110"/>
                </a:moveTo>
                <a:lnTo>
                  <a:pt x="36786" y="112110"/>
                </a:lnTo>
                <a:cubicBezTo>
                  <a:pt x="47428" y="112110"/>
                  <a:pt x="56055" y="103483"/>
                  <a:pt x="56055" y="92841"/>
                </a:cubicBezTo>
                <a:cubicBezTo>
                  <a:pt x="56055" y="82200"/>
                  <a:pt x="47428" y="73572"/>
                  <a:pt x="36786" y="73572"/>
                </a:cubicBezTo>
                <a:lnTo>
                  <a:pt x="7007" y="73572"/>
                </a:lnTo>
                <a:cubicBezTo>
                  <a:pt x="3131" y="73572"/>
                  <a:pt x="0" y="76704"/>
                  <a:pt x="0" y="80579"/>
                </a:cubicBezTo>
                <a:cubicBezTo>
                  <a:pt x="0" y="84455"/>
                  <a:pt x="3131" y="87586"/>
                  <a:pt x="7007" y="87586"/>
                </a:cubicBezTo>
                <a:lnTo>
                  <a:pt x="36786" y="87586"/>
                </a:lnTo>
                <a:cubicBezTo>
                  <a:pt x="39698" y="87586"/>
                  <a:pt x="42041" y="89929"/>
                  <a:pt x="42041" y="92841"/>
                </a:cubicBezTo>
                <a:cubicBezTo>
                  <a:pt x="42041" y="95754"/>
                  <a:pt x="39698" y="98097"/>
                  <a:pt x="36786" y="98097"/>
                </a:cubicBezTo>
                <a:lnTo>
                  <a:pt x="28028" y="98097"/>
                </a:lnTo>
                <a:cubicBezTo>
                  <a:pt x="24152" y="98097"/>
                  <a:pt x="21021" y="101228"/>
                  <a:pt x="21021" y="105103"/>
                </a:cubicBezTo>
                <a:cubicBezTo>
                  <a:pt x="21021" y="108979"/>
                  <a:pt x="24152" y="112110"/>
                  <a:pt x="28028" y="11211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80" name="Text 78"/>
          <p:cNvSpPr/>
          <p:nvPr/>
        </p:nvSpPr>
        <p:spPr>
          <a:xfrm>
            <a:off x="7884437" y="4138740"/>
            <a:ext cx="274670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 Speed Extremes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884437" y="4400331"/>
            <a:ext cx="2737361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unusual wind patterns and storm events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319214" y="5460708"/>
            <a:ext cx="4493756" cy="1392037"/>
          </a:xfrm>
          <a:custGeom>
            <a:avLst/>
            <a:gdLst/>
            <a:ahLst/>
            <a:cxnLst/>
            <a:rect l="l" t="t" r="r" b="b"/>
            <a:pathLst>
              <a:path w="4493756" h="1392037">
                <a:moveTo>
                  <a:pt x="112115" y="0"/>
                </a:moveTo>
                <a:lnTo>
                  <a:pt x="4381642" y="0"/>
                </a:lnTo>
                <a:cubicBezTo>
                  <a:pt x="4443561" y="0"/>
                  <a:pt x="4493756" y="50195"/>
                  <a:pt x="4493756" y="112115"/>
                </a:cubicBezTo>
                <a:lnTo>
                  <a:pt x="4493756" y="1279922"/>
                </a:lnTo>
                <a:cubicBezTo>
                  <a:pt x="4493756" y="1341841"/>
                  <a:pt x="4443561" y="1392037"/>
                  <a:pt x="4381642" y="1392037"/>
                </a:cubicBezTo>
                <a:lnTo>
                  <a:pt x="112115" y="1392037"/>
                </a:lnTo>
                <a:cubicBezTo>
                  <a:pt x="50195" y="1392037"/>
                  <a:pt x="0" y="1341841"/>
                  <a:pt x="0" y="1279922"/>
                </a:cubicBezTo>
                <a:lnTo>
                  <a:pt x="0" y="112115"/>
                </a:lnTo>
                <a:cubicBezTo>
                  <a:pt x="0" y="50237"/>
                  <a:pt x="50237" y="0"/>
                  <a:pt x="112115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73366" y="5614860"/>
            <a:ext cx="426953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Timeline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473366" y="5988561"/>
            <a:ext cx="117715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Visualizations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087319" y="5988561"/>
            <a:ext cx="635292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4-5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7473366" y="6250152"/>
            <a:ext cx="117715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Features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1081699" y="6250152"/>
            <a:ext cx="644634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5-6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7473366" y="6511743"/>
            <a:ext cx="91556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UX Refinement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1215633" y="6511743"/>
            <a:ext cx="50449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0797" y="732713"/>
            <a:ext cx="11663765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 Generation &amp; Reporting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0797" y="1107589"/>
            <a:ext cx="11587086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data into actionable climate 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797" y="1414306"/>
            <a:ext cx="817912" cy="34080"/>
          </a:xfrm>
          <a:custGeom>
            <a:avLst/>
            <a:gdLst/>
            <a:ahLst/>
            <a:cxnLst/>
            <a:rect l="l" t="t" r="r" b="b"/>
            <a:pathLst>
              <a:path w="817912" h="34080">
                <a:moveTo>
                  <a:pt x="0" y="0"/>
                </a:moveTo>
                <a:lnTo>
                  <a:pt x="817912" y="0"/>
                </a:lnTo>
                <a:lnTo>
                  <a:pt x="817912" y="34080"/>
                </a:lnTo>
                <a:lnTo>
                  <a:pt x="0" y="3408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345057" y="1554885"/>
            <a:ext cx="5682784" cy="2496335"/>
          </a:xfrm>
          <a:custGeom>
            <a:avLst/>
            <a:gdLst/>
            <a:ahLst/>
            <a:cxnLst/>
            <a:rect l="l" t="t" r="r" b="b"/>
            <a:pathLst>
              <a:path w="5682784" h="2496335">
                <a:moveTo>
                  <a:pt x="102250" y="0"/>
                </a:moveTo>
                <a:lnTo>
                  <a:pt x="5580534" y="0"/>
                </a:lnTo>
                <a:cubicBezTo>
                  <a:pt x="5637005" y="0"/>
                  <a:pt x="5682784" y="45779"/>
                  <a:pt x="5682784" y="102250"/>
                </a:cubicBezTo>
                <a:lnTo>
                  <a:pt x="5682784" y="2394086"/>
                </a:lnTo>
                <a:cubicBezTo>
                  <a:pt x="5682784" y="2450557"/>
                  <a:pt x="5637005" y="2496335"/>
                  <a:pt x="5580534" y="2496335"/>
                </a:cubicBezTo>
                <a:lnTo>
                  <a:pt x="102250" y="2496335"/>
                </a:lnTo>
                <a:cubicBezTo>
                  <a:pt x="45779" y="2496335"/>
                  <a:pt x="0" y="2450557"/>
                  <a:pt x="0" y="2394086"/>
                </a:cubicBezTo>
                <a:lnTo>
                  <a:pt x="0" y="102250"/>
                </a:lnTo>
                <a:cubicBezTo>
                  <a:pt x="0" y="45779"/>
                  <a:pt x="45779" y="0"/>
                  <a:pt x="10225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5635" y="1695463"/>
            <a:ext cx="408956" cy="408956"/>
          </a:xfrm>
          <a:custGeom>
            <a:avLst/>
            <a:gdLst/>
            <a:ahLst/>
            <a:cxnLst/>
            <a:rect l="l" t="t" r="r" b="b"/>
            <a:pathLst>
              <a:path w="408956" h="408956">
                <a:moveTo>
                  <a:pt x="102239" y="0"/>
                </a:moveTo>
                <a:lnTo>
                  <a:pt x="306717" y="0"/>
                </a:lnTo>
                <a:cubicBezTo>
                  <a:pt x="363182" y="0"/>
                  <a:pt x="408956" y="45774"/>
                  <a:pt x="408956" y="102239"/>
                </a:cubicBezTo>
                <a:lnTo>
                  <a:pt x="408956" y="306717"/>
                </a:lnTo>
                <a:cubicBezTo>
                  <a:pt x="408956" y="363182"/>
                  <a:pt x="363182" y="408956"/>
                  <a:pt x="306717" y="408956"/>
                </a:cubicBezTo>
                <a:lnTo>
                  <a:pt x="102239" y="408956"/>
                </a:lnTo>
                <a:cubicBezTo>
                  <a:pt x="45774" y="408956"/>
                  <a:pt x="0" y="363182"/>
                  <a:pt x="0" y="306717"/>
                </a:cubicBezTo>
                <a:lnTo>
                  <a:pt x="0" y="102239"/>
                </a:lnTo>
                <a:cubicBezTo>
                  <a:pt x="0" y="45812"/>
                  <a:pt x="45812" y="0"/>
                  <a:pt x="10223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4914" y="1814742"/>
            <a:ext cx="170398" cy="170398"/>
          </a:xfrm>
          <a:custGeom>
            <a:avLst/>
            <a:gdLst/>
            <a:ahLst/>
            <a:cxnLst/>
            <a:rect l="l" t="t" r="r" b="b"/>
            <a:pathLst>
              <a:path w="170398" h="170398">
                <a:moveTo>
                  <a:pt x="138449" y="69224"/>
                </a:moveTo>
                <a:cubicBezTo>
                  <a:pt x="138449" y="84500"/>
                  <a:pt x="133490" y="98611"/>
                  <a:pt x="125136" y="110060"/>
                </a:cubicBezTo>
                <a:lnTo>
                  <a:pt x="167270" y="152227"/>
                </a:lnTo>
                <a:cubicBezTo>
                  <a:pt x="171430" y="156387"/>
                  <a:pt x="171430" y="163143"/>
                  <a:pt x="167270" y="167303"/>
                </a:cubicBezTo>
                <a:cubicBezTo>
                  <a:pt x="163110" y="171463"/>
                  <a:pt x="156354" y="171463"/>
                  <a:pt x="152194" y="167303"/>
                </a:cubicBezTo>
                <a:lnTo>
                  <a:pt x="110060" y="125136"/>
                </a:lnTo>
                <a:cubicBezTo>
                  <a:pt x="98611" y="133490"/>
                  <a:pt x="84500" y="138449"/>
                  <a:pt x="69224" y="138449"/>
                </a:cubicBezTo>
                <a:cubicBezTo>
                  <a:pt x="30985" y="138449"/>
                  <a:pt x="0" y="107464"/>
                  <a:pt x="0" y="69224"/>
                </a:cubicBezTo>
                <a:cubicBezTo>
                  <a:pt x="0" y="30985"/>
                  <a:pt x="30985" y="0"/>
                  <a:pt x="69224" y="0"/>
                </a:cubicBezTo>
                <a:cubicBezTo>
                  <a:pt x="107464" y="0"/>
                  <a:pt x="138449" y="30985"/>
                  <a:pt x="138449" y="69224"/>
                </a:cubicBezTo>
                <a:close/>
                <a:moveTo>
                  <a:pt x="69224" y="37275"/>
                </a:moveTo>
                <a:cubicBezTo>
                  <a:pt x="64798" y="37275"/>
                  <a:pt x="61237" y="40836"/>
                  <a:pt x="61237" y="45262"/>
                </a:cubicBezTo>
                <a:lnTo>
                  <a:pt x="61237" y="61237"/>
                </a:lnTo>
                <a:lnTo>
                  <a:pt x="45262" y="61237"/>
                </a:lnTo>
                <a:cubicBezTo>
                  <a:pt x="40836" y="61237"/>
                  <a:pt x="37275" y="64798"/>
                  <a:pt x="37275" y="69224"/>
                </a:cubicBezTo>
                <a:cubicBezTo>
                  <a:pt x="37275" y="73651"/>
                  <a:pt x="40836" y="77212"/>
                  <a:pt x="45262" y="77212"/>
                </a:cubicBezTo>
                <a:lnTo>
                  <a:pt x="61237" y="77212"/>
                </a:lnTo>
                <a:lnTo>
                  <a:pt x="61237" y="93187"/>
                </a:lnTo>
                <a:cubicBezTo>
                  <a:pt x="61237" y="97613"/>
                  <a:pt x="64798" y="101174"/>
                  <a:pt x="69224" y="101174"/>
                </a:cubicBezTo>
                <a:cubicBezTo>
                  <a:pt x="73651" y="101174"/>
                  <a:pt x="77212" y="97613"/>
                  <a:pt x="77212" y="93187"/>
                </a:cubicBezTo>
                <a:lnTo>
                  <a:pt x="77212" y="77212"/>
                </a:lnTo>
                <a:lnTo>
                  <a:pt x="93187" y="77212"/>
                </a:lnTo>
                <a:cubicBezTo>
                  <a:pt x="97613" y="77212"/>
                  <a:pt x="101174" y="73651"/>
                  <a:pt x="101174" y="69224"/>
                </a:cubicBezTo>
                <a:cubicBezTo>
                  <a:pt x="101174" y="64798"/>
                  <a:pt x="97613" y="61237"/>
                  <a:pt x="93187" y="61237"/>
                </a:cubicBezTo>
                <a:lnTo>
                  <a:pt x="77212" y="61237"/>
                </a:lnTo>
                <a:lnTo>
                  <a:pt x="77212" y="45262"/>
                </a:lnTo>
                <a:cubicBezTo>
                  <a:pt x="77212" y="40836"/>
                  <a:pt x="73651" y="37275"/>
                  <a:pt x="69224" y="37275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996830" y="1780662"/>
            <a:ext cx="1354667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Notable Findings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5635" y="2206658"/>
            <a:ext cx="5401627" cy="519715"/>
          </a:xfrm>
          <a:custGeom>
            <a:avLst/>
            <a:gdLst/>
            <a:ahLst/>
            <a:cxnLst/>
            <a:rect l="l" t="t" r="r" b="b"/>
            <a:pathLst>
              <a:path w="5401627" h="519715">
                <a:moveTo>
                  <a:pt x="68161" y="0"/>
                </a:moveTo>
                <a:lnTo>
                  <a:pt x="5333466" y="0"/>
                </a:lnTo>
                <a:cubicBezTo>
                  <a:pt x="5371110" y="0"/>
                  <a:pt x="5401627" y="30517"/>
                  <a:pt x="5401627" y="68161"/>
                </a:cubicBezTo>
                <a:lnTo>
                  <a:pt x="5401627" y="451554"/>
                </a:lnTo>
                <a:cubicBezTo>
                  <a:pt x="5401627" y="489198"/>
                  <a:pt x="5371110" y="519715"/>
                  <a:pt x="5333466" y="519715"/>
                </a:cubicBezTo>
                <a:lnTo>
                  <a:pt x="68161" y="519715"/>
                </a:lnTo>
                <a:cubicBezTo>
                  <a:pt x="30542" y="519715"/>
                  <a:pt x="0" y="489173"/>
                  <a:pt x="0" y="451554"/>
                </a:cubicBezTo>
                <a:lnTo>
                  <a:pt x="0" y="68161"/>
                </a:lnTo>
                <a:cubicBezTo>
                  <a:pt x="0" y="30517"/>
                  <a:pt x="30517" y="0"/>
                  <a:pt x="6816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53795" y="2291857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68159" y="0"/>
                </a:moveTo>
                <a:lnTo>
                  <a:pt x="204478" y="0"/>
                </a:lnTo>
                <a:cubicBezTo>
                  <a:pt x="242121" y="0"/>
                  <a:pt x="272637" y="30516"/>
                  <a:pt x="272637" y="68159"/>
                </a:cubicBezTo>
                <a:lnTo>
                  <a:pt x="272637" y="204478"/>
                </a:lnTo>
                <a:cubicBezTo>
                  <a:pt x="272637" y="242121"/>
                  <a:pt x="242121" y="272637"/>
                  <a:pt x="204478" y="272637"/>
                </a:cubicBezTo>
                <a:lnTo>
                  <a:pt x="68159" y="272637"/>
                </a:lnTo>
                <a:cubicBezTo>
                  <a:pt x="30516" y="272637"/>
                  <a:pt x="0" y="242121"/>
                  <a:pt x="0" y="204478"/>
                </a:cubicBezTo>
                <a:lnTo>
                  <a:pt x="0" y="68159"/>
                </a:lnTo>
                <a:cubicBezTo>
                  <a:pt x="0" y="30541"/>
                  <a:pt x="30541" y="0"/>
                  <a:pt x="6815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7514" y="2360017"/>
            <a:ext cx="85199" cy="136319"/>
          </a:xfrm>
          <a:custGeom>
            <a:avLst/>
            <a:gdLst/>
            <a:ahLst/>
            <a:cxnLst/>
            <a:rect l="l" t="t" r="r" b="b"/>
            <a:pathLst>
              <a:path w="85199" h="136319">
                <a:moveTo>
                  <a:pt x="42600" y="0"/>
                </a:moveTo>
                <a:cubicBezTo>
                  <a:pt x="28488" y="0"/>
                  <a:pt x="17040" y="11449"/>
                  <a:pt x="17040" y="25560"/>
                </a:cubicBezTo>
                <a:lnTo>
                  <a:pt x="17040" y="69411"/>
                </a:lnTo>
                <a:cubicBezTo>
                  <a:pt x="9186" y="76413"/>
                  <a:pt x="4260" y="86637"/>
                  <a:pt x="4260" y="97979"/>
                </a:cubicBezTo>
                <a:cubicBezTo>
                  <a:pt x="4260" y="119146"/>
                  <a:pt x="21433" y="136319"/>
                  <a:pt x="42600" y="136319"/>
                </a:cubicBezTo>
                <a:cubicBezTo>
                  <a:pt x="63766" y="136319"/>
                  <a:pt x="80939" y="119146"/>
                  <a:pt x="80939" y="97979"/>
                </a:cubicBezTo>
                <a:cubicBezTo>
                  <a:pt x="80939" y="86637"/>
                  <a:pt x="76014" y="76413"/>
                  <a:pt x="68159" y="69411"/>
                </a:cubicBezTo>
                <a:lnTo>
                  <a:pt x="68159" y="25560"/>
                </a:lnTo>
                <a:cubicBezTo>
                  <a:pt x="68159" y="11449"/>
                  <a:pt x="56711" y="0"/>
                  <a:pt x="42600" y="0"/>
                </a:cubicBezTo>
                <a:close/>
                <a:moveTo>
                  <a:pt x="59639" y="97979"/>
                </a:moveTo>
                <a:cubicBezTo>
                  <a:pt x="59639" y="107378"/>
                  <a:pt x="51998" y="115019"/>
                  <a:pt x="42600" y="115019"/>
                </a:cubicBezTo>
                <a:cubicBezTo>
                  <a:pt x="33201" y="115019"/>
                  <a:pt x="25560" y="107378"/>
                  <a:pt x="25560" y="97979"/>
                </a:cubicBezTo>
                <a:cubicBezTo>
                  <a:pt x="25560" y="90817"/>
                  <a:pt x="29953" y="84693"/>
                  <a:pt x="36210" y="82191"/>
                </a:cubicBezTo>
                <a:lnTo>
                  <a:pt x="36210" y="40470"/>
                </a:lnTo>
                <a:cubicBezTo>
                  <a:pt x="36210" y="36929"/>
                  <a:pt x="39058" y="34080"/>
                  <a:pt x="42600" y="34080"/>
                </a:cubicBezTo>
                <a:cubicBezTo>
                  <a:pt x="46141" y="34080"/>
                  <a:pt x="48990" y="36929"/>
                  <a:pt x="48990" y="40470"/>
                </a:cubicBezTo>
                <a:lnTo>
                  <a:pt x="48990" y="82191"/>
                </a:lnTo>
                <a:cubicBezTo>
                  <a:pt x="55246" y="84720"/>
                  <a:pt x="59639" y="90844"/>
                  <a:pt x="59639" y="97979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928671" y="2274818"/>
            <a:ext cx="4336637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Anomalies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8671" y="2496335"/>
            <a:ext cx="4328117" cy="1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regions experiencing unusual temperature deviations from historical norms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5635" y="2796662"/>
            <a:ext cx="5401627" cy="519715"/>
          </a:xfrm>
          <a:custGeom>
            <a:avLst/>
            <a:gdLst/>
            <a:ahLst/>
            <a:cxnLst/>
            <a:rect l="l" t="t" r="r" b="b"/>
            <a:pathLst>
              <a:path w="5401627" h="519715">
                <a:moveTo>
                  <a:pt x="68161" y="0"/>
                </a:moveTo>
                <a:lnTo>
                  <a:pt x="5333466" y="0"/>
                </a:lnTo>
                <a:cubicBezTo>
                  <a:pt x="5371110" y="0"/>
                  <a:pt x="5401627" y="30517"/>
                  <a:pt x="5401627" y="68161"/>
                </a:cubicBezTo>
                <a:lnTo>
                  <a:pt x="5401627" y="451554"/>
                </a:lnTo>
                <a:cubicBezTo>
                  <a:pt x="5401627" y="489198"/>
                  <a:pt x="5371110" y="519715"/>
                  <a:pt x="5333466" y="519715"/>
                </a:cubicBezTo>
                <a:lnTo>
                  <a:pt x="68161" y="519715"/>
                </a:lnTo>
                <a:cubicBezTo>
                  <a:pt x="30542" y="519715"/>
                  <a:pt x="0" y="489173"/>
                  <a:pt x="0" y="451554"/>
                </a:cubicBezTo>
                <a:lnTo>
                  <a:pt x="0" y="68161"/>
                </a:lnTo>
                <a:cubicBezTo>
                  <a:pt x="0" y="30517"/>
                  <a:pt x="30517" y="0"/>
                  <a:pt x="6816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53795" y="2881862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68159" y="0"/>
                </a:moveTo>
                <a:lnTo>
                  <a:pt x="204478" y="0"/>
                </a:lnTo>
                <a:cubicBezTo>
                  <a:pt x="242121" y="0"/>
                  <a:pt x="272637" y="30516"/>
                  <a:pt x="272637" y="68159"/>
                </a:cubicBezTo>
                <a:lnTo>
                  <a:pt x="272637" y="204478"/>
                </a:lnTo>
                <a:cubicBezTo>
                  <a:pt x="272637" y="242121"/>
                  <a:pt x="242121" y="272637"/>
                  <a:pt x="204478" y="272637"/>
                </a:cubicBezTo>
                <a:lnTo>
                  <a:pt x="68159" y="272637"/>
                </a:lnTo>
                <a:cubicBezTo>
                  <a:pt x="30516" y="272637"/>
                  <a:pt x="0" y="242121"/>
                  <a:pt x="0" y="204478"/>
                </a:cubicBezTo>
                <a:lnTo>
                  <a:pt x="0" y="68159"/>
                </a:lnTo>
                <a:cubicBezTo>
                  <a:pt x="0" y="30541"/>
                  <a:pt x="30541" y="0"/>
                  <a:pt x="6815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954" y="2950021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25560" y="85199"/>
                </a:moveTo>
                <a:cubicBezTo>
                  <a:pt x="11449" y="85199"/>
                  <a:pt x="0" y="73751"/>
                  <a:pt x="0" y="59639"/>
                </a:cubicBezTo>
                <a:cubicBezTo>
                  <a:pt x="0" y="48324"/>
                  <a:pt x="7348" y="38712"/>
                  <a:pt x="17546" y="35358"/>
                </a:cubicBezTo>
                <a:cubicBezTo>
                  <a:pt x="17200" y="33574"/>
                  <a:pt x="17040" y="31710"/>
                  <a:pt x="17040" y="29820"/>
                </a:cubicBezTo>
                <a:cubicBezTo>
                  <a:pt x="17040" y="13339"/>
                  <a:pt x="30379" y="0"/>
                  <a:pt x="46860" y="0"/>
                </a:cubicBezTo>
                <a:cubicBezTo>
                  <a:pt x="58335" y="0"/>
                  <a:pt x="68292" y="6470"/>
                  <a:pt x="73271" y="15975"/>
                </a:cubicBezTo>
                <a:cubicBezTo>
                  <a:pt x="77185" y="11422"/>
                  <a:pt x="82989" y="8520"/>
                  <a:pt x="89459" y="8520"/>
                </a:cubicBezTo>
                <a:cubicBezTo>
                  <a:pt x="101227" y="8520"/>
                  <a:pt x="110759" y="18052"/>
                  <a:pt x="110759" y="29820"/>
                </a:cubicBezTo>
                <a:cubicBezTo>
                  <a:pt x="110759" y="31284"/>
                  <a:pt x="110599" y="32695"/>
                  <a:pt x="110333" y="34080"/>
                </a:cubicBezTo>
                <a:cubicBezTo>
                  <a:pt x="110466" y="34080"/>
                  <a:pt x="110626" y="34080"/>
                  <a:pt x="110759" y="34080"/>
                </a:cubicBezTo>
                <a:cubicBezTo>
                  <a:pt x="124870" y="34080"/>
                  <a:pt x="136319" y="45528"/>
                  <a:pt x="136319" y="59639"/>
                </a:cubicBezTo>
                <a:cubicBezTo>
                  <a:pt x="136319" y="73751"/>
                  <a:pt x="124870" y="85199"/>
                  <a:pt x="110759" y="85199"/>
                </a:cubicBezTo>
                <a:lnTo>
                  <a:pt x="25560" y="85199"/>
                </a:lnTo>
                <a:close/>
                <a:moveTo>
                  <a:pt x="27370" y="106392"/>
                </a:moveTo>
                <a:lnTo>
                  <a:pt x="18850" y="131952"/>
                </a:lnTo>
                <a:cubicBezTo>
                  <a:pt x="17732" y="135307"/>
                  <a:pt x="14111" y="137117"/>
                  <a:pt x="10756" y="135999"/>
                </a:cubicBezTo>
                <a:cubicBezTo>
                  <a:pt x="7402" y="134881"/>
                  <a:pt x="5591" y="131260"/>
                  <a:pt x="6709" y="127905"/>
                </a:cubicBezTo>
                <a:lnTo>
                  <a:pt x="15229" y="102345"/>
                </a:lnTo>
                <a:cubicBezTo>
                  <a:pt x="16348" y="98991"/>
                  <a:pt x="19969" y="97180"/>
                  <a:pt x="23323" y="98299"/>
                </a:cubicBezTo>
                <a:cubicBezTo>
                  <a:pt x="26678" y="99417"/>
                  <a:pt x="28488" y="103038"/>
                  <a:pt x="27370" y="106392"/>
                </a:cubicBezTo>
                <a:close/>
                <a:moveTo>
                  <a:pt x="59320" y="106392"/>
                </a:moveTo>
                <a:lnTo>
                  <a:pt x="50800" y="131952"/>
                </a:lnTo>
                <a:cubicBezTo>
                  <a:pt x="49682" y="135307"/>
                  <a:pt x="46061" y="137117"/>
                  <a:pt x="42706" y="135999"/>
                </a:cubicBezTo>
                <a:cubicBezTo>
                  <a:pt x="39351" y="134881"/>
                  <a:pt x="37541" y="131260"/>
                  <a:pt x="38659" y="127905"/>
                </a:cubicBezTo>
                <a:lnTo>
                  <a:pt x="47179" y="102345"/>
                </a:lnTo>
                <a:cubicBezTo>
                  <a:pt x="48297" y="98991"/>
                  <a:pt x="51918" y="97180"/>
                  <a:pt x="55273" y="98299"/>
                </a:cubicBezTo>
                <a:cubicBezTo>
                  <a:pt x="58628" y="99417"/>
                  <a:pt x="60438" y="103038"/>
                  <a:pt x="59320" y="106392"/>
                </a:cubicBezTo>
                <a:close/>
                <a:moveTo>
                  <a:pt x="89140" y="106392"/>
                </a:moveTo>
                <a:lnTo>
                  <a:pt x="80620" y="131952"/>
                </a:lnTo>
                <a:cubicBezTo>
                  <a:pt x="79501" y="135307"/>
                  <a:pt x="75881" y="137117"/>
                  <a:pt x="72526" y="135999"/>
                </a:cubicBezTo>
                <a:cubicBezTo>
                  <a:pt x="69171" y="134881"/>
                  <a:pt x="67361" y="131260"/>
                  <a:pt x="68479" y="127905"/>
                </a:cubicBezTo>
                <a:lnTo>
                  <a:pt x="76999" y="102345"/>
                </a:lnTo>
                <a:cubicBezTo>
                  <a:pt x="78117" y="98991"/>
                  <a:pt x="81738" y="97180"/>
                  <a:pt x="85093" y="98299"/>
                </a:cubicBezTo>
                <a:cubicBezTo>
                  <a:pt x="88447" y="99417"/>
                  <a:pt x="90258" y="103038"/>
                  <a:pt x="89140" y="106392"/>
                </a:cubicBezTo>
                <a:close/>
                <a:moveTo>
                  <a:pt x="121089" y="106392"/>
                </a:moveTo>
                <a:lnTo>
                  <a:pt x="112569" y="131952"/>
                </a:lnTo>
                <a:cubicBezTo>
                  <a:pt x="111451" y="135307"/>
                  <a:pt x="107830" y="137117"/>
                  <a:pt x="104475" y="135999"/>
                </a:cubicBezTo>
                <a:cubicBezTo>
                  <a:pt x="101121" y="134881"/>
                  <a:pt x="99310" y="131260"/>
                  <a:pt x="100429" y="127905"/>
                </a:cubicBezTo>
                <a:lnTo>
                  <a:pt x="108948" y="102345"/>
                </a:lnTo>
                <a:cubicBezTo>
                  <a:pt x="110067" y="98991"/>
                  <a:pt x="113688" y="97180"/>
                  <a:pt x="117042" y="98299"/>
                </a:cubicBezTo>
                <a:cubicBezTo>
                  <a:pt x="120397" y="99417"/>
                  <a:pt x="122208" y="103038"/>
                  <a:pt x="121089" y="106392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9" name="Text 17"/>
          <p:cNvSpPr/>
          <p:nvPr/>
        </p:nvSpPr>
        <p:spPr>
          <a:xfrm>
            <a:off x="928671" y="2864822"/>
            <a:ext cx="355280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High-Precipitation Zones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8671" y="3086340"/>
            <a:ext cx="3544285" cy="1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geographical areas with consistently excessive rainfall patterns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5635" y="3386667"/>
            <a:ext cx="5401627" cy="519715"/>
          </a:xfrm>
          <a:custGeom>
            <a:avLst/>
            <a:gdLst/>
            <a:ahLst/>
            <a:cxnLst/>
            <a:rect l="l" t="t" r="r" b="b"/>
            <a:pathLst>
              <a:path w="5401627" h="519715">
                <a:moveTo>
                  <a:pt x="68161" y="0"/>
                </a:moveTo>
                <a:lnTo>
                  <a:pt x="5333466" y="0"/>
                </a:lnTo>
                <a:cubicBezTo>
                  <a:pt x="5371110" y="0"/>
                  <a:pt x="5401627" y="30517"/>
                  <a:pt x="5401627" y="68161"/>
                </a:cubicBezTo>
                <a:lnTo>
                  <a:pt x="5401627" y="451554"/>
                </a:lnTo>
                <a:cubicBezTo>
                  <a:pt x="5401627" y="489198"/>
                  <a:pt x="5371110" y="519715"/>
                  <a:pt x="5333466" y="519715"/>
                </a:cubicBezTo>
                <a:lnTo>
                  <a:pt x="68161" y="519715"/>
                </a:lnTo>
                <a:cubicBezTo>
                  <a:pt x="30542" y="519715"/>
                  <a:pt x="0" y="489173"/>
                  <a:pt x="0" y="451554"/>
                </a:cubicBezTo>
                <a:lnTo>
                  <a:pt x="0" y="68161"/>
                </a:lnTo>
                <a:cubicBezTo>
                  <a:pt x="0" y="30517"/>
                  <a:pt x="30517" y="0"/>
                  <a:pt x="68161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53795" y="3471866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68159" y="0"/>
                </a:moveTo>
                <a:lnTo>
                  <a:pt x="204478" y="0"/>
                </a:lnTo>
                <a:cubicBezTo>
                  <a:pt x="242121" y="0"/>
                  <a:pt x="272637" y="30516"/>
                  <a:pt x="272637" y="68159"/>
                </a:cubicBezTo>
                <a:lnTo>
                  <a:pt x="272637" y="204478"/>
                </a:lnTo>
                <a:cubicBezTo>
                  <a:pt x="272637" y="242121"/>
                  <a:pt x="242121" y="272637"/>
                  <a:pt x="204478" y="272637"/>
                </a:cubicBezTo>
                <a:lnTo>
                  <a:pt x="68159" y="272637"/>
                </a:lnTo>
                <a:cubicBezTo>
                  <a:pt x="30516" y="272637"/>
                  <a:pt x="0" y="242121"/>
                  <a:pt x="0" y="204478"/>
                </a:cubicBezTo>
                <a:lnTo>
                  <a:pt x="0" y="68159"/>
                </a:lnTo>
                <a:cubicBezTo>
                  <a:pt x="0" y="30541"/>
                  <a:pt x="30541" y="0"/>
                  <a:pt x="68159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1954" y="3540025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76679" y="8520"/>
                </a:moveTo>
                <a:cubicBezTo>
                  <a:pt x="76679" y="13232"/>
                  <a:pt x="80487" y="17040"/>
                  <a:pt x="85199" y="17040"/>
                </a:cubicBezTo>
                <a:lnTo>
                  <a:pt x="95849" y="17040"/>
                </a:lnTo>
                <a:cubicBezTo>
                  <a:pt x="99390" y="17040"/>
                  <a:pt x="102239" y="19889"/>
                  <a:pt x="102239" y="23430"/>
                </a:cubicBezTo>
                <a:cubicBezTo>
                  <a:pt x="102239" y="26971"/>
                  <a:pt x="99390" y="29820"/>
                  <a:pt x="95849" y="29820"/>
                </a:cubicBezTo>
                <a:lnTo>
                  <a:pt x="8520" y="29820"/>
                </a:lnTo>
                <a:cubicBezTo>
                  <a:pt x="3807" y="29820"/>
                  <a:pt x="0" y="33627"/>
                  <a:pt x="0" y="38340"/>
                </a:cubicBezTo>
                <a:cubicBezTo>
                  <a:pt x="0" y="43052"/>
                  <a:pt x="3807" y="46860"/>
                  <a:pt x="8520" y="46860"/>
                </a:cubicBezTo>
                <a:lnTo>
                  <a:pt x="95849" y="46860"/>
                </a:lnTo>
                <a:cubicBezTo>
                  <a:pt x="108789" y="46860"/>
                  <a:pt x="119279" y="36369"/>
                  <a:pt x="119279" y="23430"/>
                </a:cubicBezTo>
                <a:cubicBezTo>
                  <a:pt x="119279" y="10490"/>
                  <a:pt x="108789" y="0"/>
                  <a:pt x="95849" y="0"/>
                </a:cubicBezTo>
                <a:lnTo>
                  <a:pt x="85199" y="0"/>
                </a:lnTo>
                <a:cubicBezTo>
                  <a:pt x="80487" y="0"/>
                  <a:pt x="76679" y="3807"/>
                  <a:pt x="76679" y="8520"/>
                </a:cubicBezTo>
                <a:close/>
                <a:moveTo>
                  <a:pt x="93719" y="102239"/>
                </a:moveTo>
                <a:cubicBezTo>
                  <a:pt x="93719" y="106952"/>
                  <a:pt x="97526" y="110759"/>
                  <a:pt x="102239" y="110759"/>
                </a:cubicBezTo>
                <a:lnTo>
                  <a:pt x="110759" y="110759"/>
                </a:lnTo>
                <a:cubicBezTo>
                  <a:pt x="124870" y="110759"/>
                  <a:pt x="136319" y="99310"/>
                  <a:pt x="136319" y="85199"/>
                </a:cubicBezTo>
                <a:cubicBezTo>
                  <a:pt x="136319" y="71088"/>
                  <a:pt x="124870" y="59639"/>
                  <a:pt x="110759" y="59639"/>
                </a:cubicBezTo>
                <a:lnTo>
                  <a:pt x="8520" y="59639"/>
                </a:lnTo>
                <a:cubicBezTo>
                  <a:pt x="3807" y="59639"/>
                  <a:pt x="0" y="63447"/>
                  <a:pt x="0" y="68159"/>
                </a:cubicBezTo>
                <a:cubicBezTo>
                  <a:pt x="0" y="72872"/>
                  <a:pt x="3807" y="76679"/>
                  <a:pt x="8520" y="76679"/>
                </a:cubicBezTo>
                <a:lnTo>
                  <a:pt x="110759" y="76679"/>
                </a:lnTo>
                <a:cubicBezTo>
                  <a:pt x="115471" y="76679"/>
                  <a:pt x="119279" y="80487"/>
                  <a:pt x="119279" y="85199"/>
                </a:cubicBezTo>
                <a:cubicBezTo>
                  <a:pt x="119279" y="89912"/>
                  <a:pt x="115471" y="93719"/>
                  <a:pt x="110759" y="93719"/>
                </a:cubicBezTo>
                <a:lnTo>
                  <a:pt x="102239" y="93719"/>
                </a:lnTo>
                <a:cubicBezTo>
                  <a:pt x="97526" y="93719"/>
                  <a:pt x="93719" y="97526"/>
                  <a:pt x="93719" y="102239"/>
                </a:cubicBezTo>
                <a:close/>
                <a:moveTo>
                  <a:pt x="34080" y="136319"/>
                </a:moveTo>
                <a:lnTo>
                  <a:pt x="44730" y="136319"/>
                </a:lnTo>
                <a:cubicBezTo>
                  <a:pt x="57669" y="136319"/>
                  <a:pt x="68159" y="125829"/>
                  <a:pt x="68159" y="112889"/>
                </a:cubicBezTo>
                <a:cubicBezTo>
                  <a:pt x="68159" y="99949"/>
                  <a:pt x="57669" y="89459"/>
                  <a:pt x="44730" y="89459"/>
                </a:cubicBezTo>
                <a:lnTo>
                  <a:pt x="8520" y="89459"/>
                </a:lnTo>
                <a:cubicBezTo>
                  <a:pt x="3807" y="89459"/>
                  <a:pt x="0" y="93266"/>
                  <a:pt x="0" y="97979"/>
                </a:cubicBezTo>
                <a:cubicBezTo>
                  <a:pt x="0" y="102692"/>
                  <a:pt x="3807" y="106499"/>
                  <a:pt x="8520" y="106499"/>
                </a:cubicBezTo>
                <a:lnTo>
                  <a:pt x="44730" y="106499"/>
                </a:lnTo>
                <a:cubicBezTo>
                  <a:pt x="48271" y="106499"/>
                  <a:pt x="51119" y="109348"/>
                  <a:pt x="51119" y="112889"/>
                </a:cubicBezTo>
                <a:cubicBezTo>
                  <a:pt x="51119" y="116430"/>
                  <a:pt x="48271" y="119279"/>
                  <a:pt x="44730" y="119279"/>
                </a:cubicBezTo>
                <a:lnTo>
                  <a:pt x="34080" y="119279"/>
                </a:lnTo>
                <a:cubicBezTo>
                  <a:pt x="29367" y="119279"/>
                  <a:pt x="25560" y="123086"/>
                  <a:pt x="25560" y="127799"/>
                </a:cubicBezTo>
                <a:cubicBezTo>
                  <a:pt x="25560" y="132511"/>
                  <a:pt x="29367" y="136319"/>
                  <a:pt x="34080" y="136319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4" name="Text 22"/>
          <p:cNvSpPr/>
          <p:nvPr/>
        </p:nvSpPr>
        <p:spPr>
          <a:xfrm>
            <a:off x="928671" y="3454826"/>
            <a:ext cx="371468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 Speed Extremes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8671" y="3676344"/>
            <a:ext cx="3706164" cy="1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locations with unusually high wind speeds and storm frequency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5057" y="4159849"/>
            <a:ext cx="5682784" cy="2530415"/>
          </a:xfrm>
          <a:custGeom>
            <a:avLst/>
            <a:gdLst/>
            <a:ahLst/>
            <a:cxnLst/>
            <a:rect l="l" t="t" r="r" b="b"/>
            <a:pathLst>
              <a:path w="5682784" h="2530415">
                <a:moveTo>
                  <a:pt x="102229" y="0"/>
                </a:moveTo>
                <a:lnTo>
                  <a:pt x="5580555" y="0"/>
                </a:lnTo>
                <a:cubicBezTo>
                  <a:pt x="5637015" y="0"/>
                  <a:pt x="5682784" y="45769"/>
                  <a:pt x="5682784" y="102229"/>
                </a:cubicBezTo>
                <a:lnTo>
                  <a:pt x="5682784" y="2428186"/>
                </a:lnTo>
                <a:cubicBezTo>
                  <a:pt x="5682784" y="2484646"/>
                  <a:pt x="5637015" y="2530415"/>
                  <a:pt x="5580555" y="2530415"/>
                </a:cubicBezTo>
                <a:lnTo>
                  <a:pt x="102229" y="2530415"/>
                </a:lnTo>
                <a:cubicBezTo>
                  <a:pt x="45769" y="2530415"/>
                  <a:pt x="0" y="2484646"/>
                  <a:pt x="0" y="2428186"/>
                </a:cubicBezTo>
                <a:lnTo>
                  <a:pt x="0" y="102229"/>
                </a:lnTo>
                <a:cubicBezTo>
                  <a:pt x="0" y="45769"/>
                  <a:pt x="45769" y="0"/>
                  <a:pt x="102229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5635" y="4300428"/>
            <a:ext cx="408956" cy="408956"/>
          </a:xfrm>
          <a:custGeom>
            <a:avLst/>
            <a:gdLst/>
            <a:ahLst/>
            <a:cxnLst/>
            <a:rect l="l" t="t" r="r" b="b"/>
            <a:pathLst>
              <a:path w="408956" h="408956">
                <a:moveTo>
                  <a:pt x="102239" y="0"/>
                </a:moveTo>
                <a:lnTo>
                  <a:pt x="306717" y="0"/>
                </a:lnTo>
                <a:cubicBezTo>
                  <a:pt x="363182" y="0"/>
                  <a:pt x="408956" y="45774"/>
                  <a:pt x="408956" y="102239"/>
                </a:cubicBezTo>
                <a:lnTo>
                  <a:pt x="408956" y="306717"/>
                </a:lnTo>
                <a:cubicBezTo>
                  <a:pt x="408956" y="363182"/>
                  <a:pt x="363182" y="408956"/>
                  <a:pt x="306717" y="408956"/>
                </a:cubicBezTo>
                <a:lnTo>
                  <a:pt x="102239" y="408956"/>
                </a:lnTo>
                <a:cubicBezTo>
                  <a:pt x="45774" y="408956"/>
                  <a:pt x="0" y="363182"/>
                  <a:pt x="0" y="306717"/>
                </a:cubicBezTo>
                <a:lnTo>
                  <a:pt x="0" y="102239"/>
                </a:lnTo>
                <a:cubicBezTo>
                  <a:pt x="0" y="45812"/>
                  <a:pt x="45812" y="0"/>
                  <a:pt x="10223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04914" y="4419706"/>
            <a:ext cx="170398" cy="170398"/>
          </a:xfrm>
          <a:custGeom>
            <a:avLst/>
            <a:gdLst/>
            <a:ahLst/>
            <a:cxnLst/>
            <a:rect l="l" t="t" r="r" b="b"/>
            <a:pathLst>
              <a:path w="170398" h="170398">
                <a:moveTo>
                  <a:pt x="117116" y="93187"/>
                </a:moveTo>
                <a:lnTo>
                  <a:pt x="53582" y="93187"/>
                </a:lnTo>
                <a:cubicBezTo>
                  <a:pt x="54547" y="114653"/>
                  <a:pt x="59307" y="134422"/>
                  <a:pt x="66063" y="148899"/>
                </a:cubicBezTo>
                <a:cubicBezTo>
                  <a:pt x="69857" y="157053"/>
                  <a:pt x="73950" y="162810"/>
                  <a:pt x="77744" y="166338"/>
                </a:cubicBezTo>
                <a:cubicBezTo>
                  <a:pt x="81472" y="169833"/>
                  <a:pt x="84034" y="170398"/>
                  <a:pt x="85366" y="170398"/>
                </a:cubicBezTo>
                <a:cubicBezTo>
                  <a:pt x="86697" y="170398"/>
                  <a:pt x="89259" y="169833"/>
                  <a:pt x="92987" y="166338"/>
                </a:cubicBezTo>
                <a:cubicBezTo>
                  <a:pt x="96781" y="162810"/>
                  <a:pt x="100874" y="157019"/>
                  <a:pt x="104669" y="148899"/>
                </a:cubicBezTo>
                <a:cubicBezTo>
                  <a:pt x="111425" y="134422"/>
                  <a:pt x="116184" y="114653"/>
                  <a:pt x="117149" y="93187"/>
                </a:cubicBezTo>
                <a:close/>
                <a:moveTo>
                  <a:pt x="53549" y="77212"/>
                </a:moveTo>
                <a:lnTo>
                  <a:pt x="117082" y="77212"/>
                </a:lnTo>
                <a:cubicBezTo>
                  <a:pt x="116150" y="55746"/>
                  <a:pt x="111391" y="35977"/>
                  <a:pt x="104635" y="21499"/>
                </a:cubicBezTo>
                <a:cubicBezTo>
                  <a:pt x="100841" y="13379"/>
                  <a:pt x="96748" y="7588"/>
                  <a:pt x="92954" y="4060"/>
                </a:cubicBezTo>
                <a:cubicBezTo>
                  <a:pt x="89226" y="566"/>
                  <a:pt x="86664" y="0"/>
                  <a:pt x="85332" y="0"/>
                </a:cubicBezTo>
                <a:cubicBezTo>
                  <a:pt x="84001" y="0"/>
                  <a:pt x="81438" y="566"/>
                  <a:pt x="77711" y="4060"/>
                </a:cubicBezTo>
                <a:cubicBezTo>
                  <a:pt x="73917" y="7588"/>
                  <a:pt x="69823" y="13379"/>
                  <a:pt x="66029" y="21499"/>
                </a:cubicBezTo>
                <a:cubicBezTo>
                  <a:pt x="59273" y="35977"/>
                  <a:pt x="54514" y="55746"/>
                  <a:pt x="53549" y="77212"/>
                </a:cubicBezTo>
                <a:close/>
                <a:moveTo>
                  <a:pt x="37574" y="77212"/>
                </a:moveTo>
                <a:cubicBezTo>
                  <a:pt x="38739" y="48723"/>
                  <a:pt x="46094" y="22265"/>
                  <a:pt x="56844" y="4892"/>
                </a:cubicBezTo>
                <a:cubicBezTo>
                  <a:pt x="26192" y="15742"/>
                  <a:pt x="3628" y="43665"/>
                  <a:pt x="499" y="77212"/>
                </a:cubicBezTo>
                <a:lnTo>
                  <a:pt x="37574" y="77212"/>
                </a:lnTo>
                <a:close/>
                <a:moveTo>
                  <a:pt x="499" y="93187"/>
                </a:moveTo>
                <a:cubicBezTo>
                  <a:pt x="3628" y="126734"/>
                  <a:pt x="26192" y="154656"/>
                  <a:pt x="56844" y="165506"/>
                </a:cubicBezTo>
                <a:cubicBezTo>
                  <a:pt x="46094" y="148133"/>
                  <a:pt x="38739" y="121675"/>
                  <a:pt x="37574" y="93187"/>
                </a:cubicBezTo>
                <a:lnTo>
                  <a:pt x="499" y="93187"/>
                </a:lnTo>
                <a:close/>
                <a:moveTo>
                  <a:pt x="133090" y="93187"/>
                </a:moveTo>
                <a:cubicBezTo>
                  <a:pt x="131926" y="121675"/>
                  <a:pt x="124570" y="148133"/>
                  <a:pt x="113821" y="165506"/>
                </a:cubicBezTo>
                <a:cubicBezTo>
                  <a:pt x="144472" y="154623"/>
                  <a:pt x="167037" y="126734"/>
                  <a:pt x="170165" y="93187"/>
                </a:cubicBezTo>
                <a:lnTo>
                  <a:pt x="133090" y="93187"/>
                </a:lnTo>
                <a:close/>
                <a:moveTo>
                  <a:pt x="170165" y="77212"/>
                </a:moveTo>
                <a:cubicBezTo>
                  <a:pt x="167037" y="43665"/>
                  <a:pt x="144472" y="15742"/>
                  <a:pt x="113821" y="4892"/>
                </a:cubicBezTo>
                <a:cubicBezTo>
                  <a:pt x="124570" y="22265"/>
                  <a:pt x="131926" y="48723"/>
                  <a:pt x="133090" y="77212"/>
                </a:cubicBezTo>
                <a:lnTo>
                  <a:pt x="170165" y="77212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29" name="Text 27"/>
          <p:cNvSpPr/>
          <p:nvPr/>
        </p:nvSpPr>
        <p:spPr>
          <a:xfrm>
            <a:off x="996830" y="4385627"/>
            <a:ext cx="189994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Climate Trend Summary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5635" y="4811623"/>
            <a:ext cx="2649694" cy="817912"/>
          </a:xfrm>
          <a:custGeom>
            <a:avLst/>
            <a:gdLst/>
            <a:ahLst/>
            <a:cxnLst/>
            <a:rect l="l" t="t" r="r" b="b"/>
            <a:pathLst>
              <a:path w="2649694" h="817912">
                <a:moveTo>
                  <a:pt x="68157" y="0"/>
                </a:moveTo>
                <a:lnTo>
                  <a:pt x="2581537" y="0"/>
                </a:lnTo>
                <a:cubicBezTo>
                  <a:pt x="2619179" y="0"/>
                  <a:pt x="2649694" y="30515"/>
                  <a:pt x="2649694" y="68157"/>
                </a:cubicBezTo>
                <a:lnTo>
                  <a:pt x="2649694" y="749755"/>
                </a:lnTo>
                <a:cubicBezTo>
                  <a:pt x="2649694" y="787397"/>
                  <a:pt x="2619179" y="817912"/>
                  <a:pt x="2581537" y="817912"/>
                </a:cubicBezTo>
                <a:lnTo>
                  <a:pt x="68157" y="817912"/>
                </a:lnTo>
                <a:cubicBezTo>
                  <a:pt x="30515" y="817912"/>
                  <a:pt x="0" y="787397"/>
                  <a:pt x="0" y="749755"/>
                </a:cubicBezTo>
                <a:lnTo>
                  <a:pt x="0" y="68157"/>
                </a:lnTo>
                <a:cubicBezTo>
                  <a:pt x="0" y="30540"/>
                  <a:pt x="30540" y="0"/>
                  <a:pt x="6815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87874" y="4913862"/>
            <a:ext cx="250485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Trends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7874" y="5118340"/>
            <a:ext cx="251337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Continental Patterns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7874" y="5356897"/>
            <a:ext cx="250485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climate shifts by geography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35638" y="4811623"/>
            <a:ext cx="2649694" cy="817912"/>
          </a:xfrm>
          <a:custGeom>
            <a:avLst/>
            <a:gdLst/>
            <a:ahLst/>
            <a:cxnLst/>
            <a:rect l="l" t="t" r="r" b="b"/>
            <a:pathLst>
              <a:path w="2649694" h="817912">
                <a:moveTo>
                  <a:pt x="68157" y="0"/>
                </a:moveTo>
                <a:lnTo>
                  <a:pt x="2581537" y="0"/>
                </a:lnTo>
                <a:cubicBezTo>
                  <a:pt x="2619179" y="0"/>
                  <a:pt x="2649694" y="30515"/>
                  <a:pt x="2649694" y="68157"/>
                </a:cubicBezTo>
                <a:lnTo>
                  <a:pt x="2649694" y="749755"/>
                </a:lnTo>
                <a:cubicBezTo>
                  <a:pt x="2649694" y="787397"/>
                  <a:pt x="2619179" y="817912"/>
                  <a:pt x="2581537" y="817912"/>
                </a:cubicBezTo>
                <a:lnTo>
                  <a:pt x="68157" y="817912"/>
                </a:lnTo>
                <a:cubicBezTo>
                  <a:pt x="30515" y="817912"/>
                  <a:pt x="0" y="787397"/>
                  <a:pt x="0" y="749755"/>
                </a:cubicBezTo>
                <a:lnTo>
                  <a:pt x="0" y="68157"/>
                </a:lnTo>
                <a:cubicBezTo>
                  <a:pt x="0" y="30540"/>
                  <a:pt x="30540" y="0"/>
                  <a:pt x="6815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337877" y="4913862"/>
            <a:ext cx="250485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Trends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37877" y="5118340"/>
            <a:ext cx="251337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Worldwide Changes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37877" y="5356897"/>
            <a:ext cx="250485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planetary-scale patterns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5635" y="5731774"/>
            <a:ext cx="2649694" cy="817912"/>
          </a:xfrm>
          <a:custGeom>
            <a:avLst/>
            <a:gdLst/>
            <a:ahLst/>
            <a:cxnLst/>
            <a:rect l="l" t="t" r="r" b="b"/>
            <a:pathLst>
              <a:path w="2649694" h="817912">
                <a:moveTo>
                  <a:pt x="68157" y="0"/>
                </a:moveTo>
                <a:lnTo>
                  <a:pt x="2581537" y="0"/>
                </a:lnTo>
                <a:cubicBezTo>
                  <a:pt x="2619179" y="0"/>
                  <a:pt x="2649694" y="30515"/>
                  <a:pt x="2649694" y="68157"/>
                </a:cubicBezTo>
                <a:lnTo>
                  <a:pt x="2649694" y="749755"/>
                </a:lnTo>
                <a:cubicBezTo>
                  <a:pt x="2649694" y="787397"/>
                  <a:pt x="2619179" y="817912"/>
                  <a:pt x="2581537" y="817912"/>
                </a:cubicBezTo>
                <a:lnTo>
                  <a:pt x="68157" y="817912"/>
                </a:lnTo>
                <a:cubicBezTo>
                  <a:pt x="30515" y="817912"/>
                  <a:pt x="0" y="787397"/>
                  <a:pt x="0" y="749755"/>
                </a:cubicBezTo>
                <a:lnTo>
                  <a:pt x="0" y="68157"/>
                </a:lnTo>
                <a:cubicBezTo>
                  <a:pt x="0" y="30540"/>
                  <a:pt x="30540" y="0"/>
                  <a:pt x="6815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87874" y="5834013"/>
            <a:ext cx="250485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Shifts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7874" y="6038491"/>
            <a:ext cx="251337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Cyclical Variations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7874" y="6277048"/>
            <a:ext cx="250485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recurring annual patterns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35638" y="5731774"/>
            <a:ext cx="2649694" cy="817912"/>
          </a:xfrm>
          <a:custGeom>
            <a:avLst/>
            <a:gdLst/>
            <a:ahLst/>
            <a:cxnLst/>
            <a:rect l="l" t="t" r="r" b="b"/>
            <a:pathLst>
              <a:path w="2649694" h="817912">
                <a:moveTo>
                  <a:pt x="68157" y="0"/>
                </a:moveTo>
                <a:lnTo>
                  <a:pt x="2581537" y="0"/>
                </a:lnTo>
                <a:cubicBezTo>
                  <a:pt x="2619179" y="0"/>
                  <a:pt x="2649694" y="30515"/>
                  <a:pt x="2649694" y="68157"/>
                </a:cubicBezTo>
                <a:lnTo>
                  <a:pt x="2649694" y="749755"/>
                </a:lnTo>
                <a:cubicBezTo>
                  <a:pt x="2649694" y="787397"/>
                  <a:pt x="2619179" y="817912"/>
                  <a:pt x="2581537" y="817912"/>
                </a:cubicBezTo>
                <a:lnTo>
                  <a:pt x="68157" y="817912"/>
                </a:lnTo>
                <a:cubicBezTo>
                  <a:pt x="30515" y="817912"/>
                  <a:pt x="0" y="787397"/>
                  <a:pt x="0" y="749755"/>
                </a:cubicBezTo>
                <a:lnTo>
                  <a:pt x="0" y="68157"/>
                </a:lnTo>
                <a:cubicBezTo>
                  <a:pt x="0" y="30540"/>
                  <a:pt x="30540" y="0"/>
                  <a:pt x="68157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3337877" y="5834013"/>
            <a:ext cx="250485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View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37877" y="6038491"/>
            <a:ext cx="251337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Decadal Changes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337877" y="6277048"/>
            <a:ext cx="2504855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 multi-year trajectories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68885" y="1554885"/>
            <a:ext cx="5682784" cy="3382407"/>
          </a:xfrm>
          <a:custGeom>
            <a:avLst/>
            <a:gdLst/>
            <a:ahLst/>
            <a:cxnLst/>
            <a:rect l="l" t="t" r="r" b="b"/>
            <a:pathLst>
              <a:path w="5682784" h="3382407">
                <a:moveTo>
                  <a:pt x="102250" y="0"/>
                </a:moveTo>
                <a:lnTo>
                  <a:pt x="5580534" y="0"/>
                </a:lnTo>
                <a:cubicBezTo>
                  <a:pt x="5637005" y="0"/>
                  <a:pt x="5682784" y="45779"/>
                  <a:pt x="5682784" y="102250"/>
                </a:cubicBezTo>
                <a:lnTo>
                  <a:pt x="5682784" y="3280157"/>
                </a:lnTo>
                <a:cubicBezTo>
                  <a:pt x="5682784" y="3336628"/>
                  <a:pt x="5637005" y="3382407"/>
                  <a:pt x="5580534" y="3382407"/>
                </a:cubicBezTo>
                <a:lnTo>
                  <a:pt x="102250" y="3382407"/>
                </a:lnTo>
                <a:cubicBezTo>
                  <a:pt x="45779" y="3382407"/>
                  <a:pt x="0" y="3336628"/>
                  <a:pt x="0" y="3280157"/>
                </a:cubicBezTo>
                <a:lnTo>
                  <a:pt x="0" y="102250"/>
                </a:lnTo>
                <a:cubicBezTo>
                  <a:pt x="0" y="45817"/>
                  <a:pt x="45817" y="0"/>
                  <a:pt x="10225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464" y="1695463"/>
            <a:ext cx="408956" cy="408956"/>
          </a:xfrm>
          <a:custGeom>
            <a:avLst/>
            <a:gdLst/>
            <a:ahLst/>
            <a:cxnLst/>
            <a:rect l="l" t="t" r="r" b="b"/>
            <a:pathLst>
              <a:path w="408956" h="408956">
                <a:moveTo>
                  <a:pt x="102239" y="0"/>
                </a:moveTo>
                <a:lnTo>
                  <a:pt x="306717" y="0"/>
                </a:lnTo>
                <a:cubicBezTo>
                  <a:pt x="363182" y="0"/>
                  <a:pt x="408956" y="45774"/>
                  <a:pt x="408956" y="102239"/>
                </a:cubicBezTo>
                <a:lnTo>
                  <a:pt x="408956" y="306717"/>
                </a:lnTo>
                <a:cubicBezTo>
                  <a:pt x="408956" y="363182"/>
                  <a:pt x="363182" y="408956"/>
                  <a:pt x="306717" y="408956"/>
                </a:cubicBezTo>
                <a:lnTo>
                  <a:pt x="102239" y="408956"/>
                </a:lnTo>
                <a:cubicBezTo>
                  <a:pt x="45774" y="408956"/>
                  <a:pt x="0" y="363182"/>
                  <a:pt x="0" y="306717"/>
                </a:cubicBezTo>
                <a:lnTo>
                  <a:pt x="0" y="102239"/>
                </a:lnTo>
                <a:cubicBezTo>
                  <a:pt x="0" y="45812"/>
                  <a:pt x="45812" y="0"/>
                  <a:pt x="102239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50042" y="1814742"/>
            <a:ext cx="127799" cy="170398"/>
          </a:xfrm>
          <a:custGeom>
            <a:avLst/>
            <a:gdLst/>
            <a:ahLst/>
            <a:cxnLst/>
            <a:rect l="l" t="t" r="r" b="b"/>
            <a:pathLst>
              <a:path w="127799" h="170398">
                <a:moveTo>
                  <a:pt x="0" y="21300"/>
                </a:moveTo>
                <a:cubicBezTo>
                  <a:pt x="0" y="9552"/>
                  <a:pt x="9552" y="0"/>
                  <a:pt x="21300" y="0"/>
                </a:cubicBezTo>
                <a:lnTo>
                  <a:pt x="71055" y="0"/>
                </a:lnTo>
                <a:cubicBezTo>
                  <a:pt x="76713" y="0"/>
                  <a:pt x="82137" y="2230"/>
                  <a:pt x="86131" y="6224"/>
                </a:cubicBezTo>
                <a:lnTo>
                  <a:pt x="121575" y="41701"/>
                </a:lnTo>
                <a:cubicBezTo>
                  <a:pt x="125569" y="45695"/>
                  <a:pt x="127799" y="51119"/>
                  <a:pt x="127799" y="56777"/>
                </a:cubicBezTo>
                <a:lnTo>
                  <a:pt x="127799" y="149099"/>
                </a:lnTo>
                <a:cubicBezTo>
                  <a:pt x="127799" y="160847"/>
                  <a:pt x="118247" y="170398"/>
                  <a:pt x="106499" y="170398"/>
                </a:cubicBezTo>
                <a:lnTo>
                  <a:pt x="21300" y="170398"/>
                </a:lnTo>
                <a:cubicBezTo>
                  <a:pt x="9552" y="170398"/>
                  <a:pt x="0" y="160847"/>
                  <a:pt x="0" y="149099"/>
                </a:cubicBezTo>
                <a:lnTo>
                  <a:pt x="0" y="21300"/>
                </a:lnTo>
                <a:close/>
                <a:moveTo>
                  <a:pt x="69224" y="19469"/>
                </a:moveTo>
                <a:lnTo>
                  <a:pt x="69224" y="50587"/>
                </a:lnTo>
                <a:cubicBezTo>
                  <a:pt x="69224" y="55013"/>
                  <a:pt x="72785" y="58574"/>
                  <a:pt x="77212" y="58574"/>
                </a:cubicBezTo>
                <a:lnTo>
                  <a:pt x="108329" y="58574"/>
                </a:lnTo>
                <a:lnTo>
                  <a:pt x="69224" y="19469"/>
                </a:lnTo>
                <a:close/>
                <a:moveTo>
                  <a:pt x="39937" y="85199"/>
                </a:moveTo>
                <a:cubicBezTo>
                  <a:pt x="35511" y="85199"/>
                  <a:pt x="31950" y="88760"/>
                  <a:pt x="31950" y="93187"/>
                </a:cubicBezTo>
                <a:cubicBezTo>
                  <a:pt x="31950" y="97613"/>
                  <a:pt x="35511" y="101174"/>
                  <a:pt x="39937" y="101174"/>
                </a:cubicBezTo>
                <a:lnTo>
                  <a:pt x="87862" y="101174"/>
                </a:lnTo>
                <a:cubicBezTo>
                  <a:pt x="92288" y="101174"/>
                  <a:pt x="95849" y="97613"/>
                  <a:pt x="95849" y="93187"/>
                </a:cubicBezTo>
                <a:cubicBezTo>
                  <a:pt x="95849" y="88760"/>
                  <a:pt x="92288" y="85199"/>
                  <a:pt x="87862" y="85199"/>
                </a:cubicBezTo>
                <a:lnTo>
                  <a:pt x="39937" y="85199"/>
                </a:lnTo>
                <a:close/>
                <a:moveTo>
                  <a:pt x="39937" y="117149"/>
                </a:moveTo>
                <a:cubicBezTo>
                  <a:pt x="35511" y="117149"/>
                  <a:pt x="31950" y="120710"/>
                  <a:pt x="31950" y="125136"/>
                </a:cubicBezTo>
                <a:cubicBezTo>
                  <a:pt x="31950" y="129563"/>
                  <a:pt x="35511" y="133124"/>
                  <a:pt x="39937" y="133124"/>
                </a:cubicBezTo>
                <a:lnTo>
                  <a:pt x="87862" y="133124"/>
                </a:lnTo>
                <a:cubicBezTo>
                  <a:pt x="92288" y="133124"/>
                  <a:pt x="95849" y="129563"/>
                  <a:pt x="95849" y="125136"/>
                </a:cubicBezTo>
                <a:cubicBezTo>
                  <a:pt x="95849" y="120710"/>
                  <a:pt x="92288" y="117149"/>
                  <a:pt x="87862" y="117149"/>
                </a:cubicBezTo>
                <a:lnTo>
                  <a:pt x="39937" y="117149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49" name="Text 47"/>
          <p:cNvSpPr/>
          <p:nvPr/>
        </p:nvSpPr>
        <p:spPr>
          <a:xfrm>
            <a:off x="6820659" y="1780662"/>
            <a:ext cx="2172579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&amp; Reporting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9464" y="2206658"/>
            <a:ext cx="5401627" cy="587874"/>
          </a:xfrm>
          <a:custGeom>
            <a:avLst/>
            <a:gdLst/>
            <a:ahLst/>
            <a:cxnLst/>
            <a:rect l="l" t="t" r="r" b="b"/>
            <a:pathLst>
              <a:path w="5401627" h="587874">
                <a:moveTo>
                  <a:pt x="68158" y="0"/>
                </a:moveTo>
                <a:lnTo>
                  <a:pt x="5333469" y="0"/>
                </a:lnTo>
                <a:cubicBezTo>
                  <a:pt x="5371111" y="0"/>
                  <a:pt x="5401627" y="30515"/>
                  <a:pt x="5401627" y="68158"/>
                </a:cubicBezTo>
                <a:lnTo>
                  <a:pt x="5401627" y="519716"/>
                </a:lnTo>
                <a:cubicBezTo>
                  <a:pt x="5401627" y="557359"/>
                  <a:pt x="5371111" y="587874"/>
                  <a:pt x="5333469" y="587874"/>
                </a:cubicBezTo>
                <a:lnTo>
                  <a:pt x="68158" y="587874"/>
                </a:lnTo>
                <a:cubicBezTo>
                  <a:pt x="30515" y="587874"/>
                  <a:pt x="0" y="557359"/>
                  <a:pt x="0" y="519716"/>
                </a:cubicBezTo>
                <a:lnTo>
                  <a:pt x="0" y="68158"/>
                </a:lnTo>
                <a:cubicBezTo>
                  <a:pt x="0" y="30541"/>
                  <a:pt x="30541" y="0"/>
                  <a:pt x="6815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11703" y="2325937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68159" y="0"/>
                </a:moveTo>
                <a:lnTo>
                  <a:pt x="204478" y="0"/>
                </a:lnTo>
                <a:cubicBezTo>
                  <a:pt x="242121" y="0"/>
                  <a:pt x="272637" y="30516"/>
                  <a:pt x="272637" y="68159"/>
                </a:cubicBezTo>
                <a:lnTo>
                  <a:pt x="272637" y="204478"/>
                </a:lnTo>
                <a:cubicBezTo>
                  <a:pt x="272637" y="242121"/>
                  <a:pt x="242121" y="272637"/>
                  <a:pt x="204478" y="272637"/>
                </a:cubicBezTo>
                <a:lnTo>
                  <a:pt x="68159" y="272637"/>
                </a:lnTo>
                <a:cubicBezTo>
                  <a:pt x="30516" y="272637"/>
                  <a:pt x="0" y="242121"/>
                  <a:pt x="0" y="204478"/>
                </a:cubicBezTo>
                <a:lnTo>
                  <a:pt x="0" y="68159"/>
                </a:lnTo>
                <a:cubicBezTo>
                  <a:pt x="0" y="30541"/>
                  <a:pt x="30541" y="0"/>
                  <a:pt x="68159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88382" y="2394096"/>
            <a:ext cx="119279" cy="136319"/>
          </a:xfrm>
          <a:custGeom>
            <a:avLst/>
            <a:gdLst/>
            <a:ahLst/>
            <a:cxnLst/>
            <a:rect l="l" t="t" r="r" b="b"/>
            <a:pathLst>
              <a:path w="119279" h="136319">
                <a:moveTo>
                  <a:pt x="102239" y="136319"/>
                </a:moveTo>
                <a:lnTo>
                  <a:pt x="25560" y="136319"/>
                </a:lnTo>
                <a:cubicBezTo>
                  <a:pt x="11449" y="136319"/>
                  <a:pt x="0" y="124870"/>
                  <a:pt x="0" y="110759"/>
                </a:cubicBezTo>
                <a:lnTo>
                  <a:pt x="0" y="25560"/>
                </a:lnTo>
                <a:cubicBezTo>
                  <a:pt x="0" y="11449"/>
                  <a:pt x="11449" y="0"/>
                  <a:pt x="25560" y="0"/>
                </a:cubicBezTo>
                <a:lnTo>
                  <a:pt x="106499" y="0"/>
                </a:lnTo>
                <a:cubicBezTo>
                  <a:pt x="113555" y="0"/>
                  <a:pt x="119279" y="5724"/>
                  <a:pt x="119279" y="12780"/>
                </a:cubicBezTo>
                <a:lnTo>
                  <a:pt x="119279" y="89459"/>
                </a:lnTo>
                <a:cubicBezTo>
                  <a:pt x="119279" y="95024"/>
                  <a:pt x="115711" y="99763"/>
                  <a:pt x="110759" y="101520"/>
                </a:cubicBezTo>
                <a:lnTo>
                  <a:pt x="110759" y="119279"/>
                </a:lnTo>
                <a:cubicBezTo>
                  <a:pt x="115471" y="119279"/>
                  <a:pt x="119279" y="123086"/>
                  <a:pt x="119279" y="127799"/>
                </a:cubicBezTo>
                <a:cubicBezTo>
                  <a:pt x="119279" y="132511"/>
                  <a:pt x="115471" y="136319"/>
                  <a:pt x="110759" y="136319"/>
                </a:cubicBezTo>
                <a:lnTo>
                  <a:pt x="102239" y="136319"/>
                </a:lnTo>
                <a:close/>
                <a:moveTo>
                  <a:pt x="25560" y="102239"/>
                </a:moveTo>
                <a:cubicBezTo>
                  <a:pt x="20847" y="102239"/>
                  <a:pt x="17040" y="106046"/>
                  <a:pt x="17040" y="110759"/>
                </a:cubicBezTo>
                <a:cubicBezTo>
                  <a:pt x="17040" y="115471"/>
                  <a:pt x="20847" y="119279"/>
                  <a:pt x="25560" y="119279"/>
                </a:cubicBezTo>
                <a:lnTo>
                  <a:pt x="93719" y="119279"/>
                </a:lnTo>
                <a:lnTo>
                  <a:pt x="93719" y="102239"/>
                </a:lnTo>
                <a:lnTo>
                  <a:pt x="25560" y="102239"/>
                </a:lnTo>
                <a:close/>
                <a:moveTo>
                  <a:pt x="34080" y="40470"/>
                </a:moveTo>
                <a:cubicBezTo>
                  <a:pt x="34080" y="44011"/>
                  <a:pt x="36929" y="46860"/>
                  <a:pt x="40470" y="46860"/>
                </a:cubicBezTo>
                <a:lnTo>
                  <a:pt x="87329" y="46860"/>
                </a:lnTo>
                <a:cubicBezTo>
                  <a:pt x="90870" y="46860"/>
                  <a:pt x="93719" y="44011"/>
                  <a:pt x="93719" y="40470"/>
                </a:cubicBezTo>
                <a:cubicBezTo>
                  <a:pt x="93719" y="36929"/>
                  <a:pt x="90870" y="34080"/>
                  <a:pt x="87329" y="34080"/>
                </a:cubicBezTo>
                <a:lnTo>
                  <a:pt x="40470" y="34080"/>
                </a:lnTo>
                <a:cubicBezTo>
                  <a:pt x="36929" y="34080"/>
                  <a:pt x="34080" y="36929"/>
                  <a:pt x="34080" y="40470"/>
                </a:cubicBezTo>
                <a:close/>
                <a:moveTo>
                  <a:pt x="40470" y="59639"/>
                </a:moveTo>
                <a:cubicBezTo>
                  <a:pt x="36929" y="59639"/>
                  <a:pt x="34080" y="62488"/>
                  <a:pt x="34080" y="66029"/>
                </a:cubicBezTo>
                <a:cubicBezTo>
                  <a:pt x="34080" y="69570"/>
                  <a:pt x="36929" y="72419"/>
                  <a:pt x="40470" y="72419"/>
                </a:cubicBezTo>
                <a:lnTo>
                  <a:pt x="87329" y="72419"/>
                </a:lnTo>
                <a:cubicBezTo>
                  <a:pt x="90870" y="72419"/>
                  <a:pt x="93719" y="69570"/>
                  <a:pt x="93719" y="66029"/>
                </a:cubicBezTo>
                <a:cubicBezTo>
                  <a:pt x="93719" y="62488"/>
                  <a:pt x="90870" y="59639"/>
                  <a:pt x="87329" y="59639"/>
                </a:cubicBezTo>
                <a:lnTo>
                  <a:pt x="40470" y="59639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53" name="Text 51"/>
          <p:cNvSpPr/>
          <p:nvPr/>
        </p:nvSpPr>
        <p:spPr>
          <a:xfrm>
            <a:off x="6786579" y="2308897"/>
            <a:ext cx="4387757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Documentation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86579" y="2530415"/>
            <a:ext cx="4379237" cy="1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record of data sources, processing steps, and analytical approaches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09464" y="2864822"/>
            <a:ext cx="5401627" cy="587874"/>
          </a:xfrm>
          <a:custGeom>
            <a:avLst/>
            <a:gdLst/>
            <a:ahLst/>
            <a:cxnLst/>
            <a:rect l="l" t="t" r="r" b="b"/>
            <a:pathLst>
              <a:path w="5401627" h="587874">
                <a:moveTo>
                  <a:pt x="68158" y="0"/>
                </a:moveTo>
                <a:lnTo>
                  <a:pt x="5333469" y="0"/>
                </a:lnTo>
                <a:cubicBezTo>
                  <a:pt x="5371111" y="0"/>
                  <a:pt x="5401627" y="30515"/>
                  <a:pt x="5401627" y="68158"/>
                </a:cubicBezTo>
                <a:lnTo>
                  <a:pt x="5401627" y="519716"/>
                </a:lnTo>
                <a:cubicBezTo>
                  <a:pt x="5401627" y="557359"/>
                  <a:pt x="5371111" y="587874"/>
                  <a:pt x="5333469" y="587874"/>
                </a:cubicBezTo>
                <a:lnTo>
                  <a:pt x="68158" y="587874"/>
                </a:lnTo>
                <a:cubicBezTo>
                  <a:pt x="30515" y="587874"/>
                  <a:pt x="0" y="557359"/>
                  <a:pt x="0" y="519716"/>
                </a:cubicBezTo>
                <a:lnTo>
                  <a:pt x="0" y="68158"/>
                </a:lnTo>
                <a:cubicBezTo>
                  <a:pt x="0" y="30541"/>
                  <a:pt x="30541" y="0"/>
                  <a:pt x="6815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11703" y="2984101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68159" y="0"/>
                </a:moveTo>
                <a:lnTo>
                  <a:pt x="204478" y="0"/>
                </a:lnTo>
                <a:cubicBezTo>
                  <a:pt x="242121" y="0"/>
                  <a:pt x="272637" y="30516"/>
                  <a:pt x="272637" y="68159"/>
                </a:cubicBezTo>
                <a:lnTo>
                  <a:pt x="272637" y="204478"/>
                </a:lnTo>
                <a:cubicBezTo>
                  <a:pt x="272637" y="242121"/>
                  <a:pt x="242121" y="272637"/>
                  <a:pt x="204478" y="272637"/>
                </a:cubicBezTo>
                <a:lnTo>
                  <a:pt x="68159" y="272637"/>
                </a:lnTo>
                <a:cubicBezTo>
                  <a:pt x="30516" y="272637"/>
                  <a:pt x="0" y="242121"/>
                  <a:pt x="0" y="204478"/>
                </a:cubicBezTo>
                <a:lnTo>
                  <a:pt x="0" y="68159"/>
                </a:lnTo>
                <a:cubicBezTo>
                  <a:pt x="0" y="30541"/>
                  <a:pt x="30541" y="0"/>
                  <a:pt x="6815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9862" y="3052260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8520" y="8520"/>
                </a:moveTo>
                <a:cubicBezTo>
                  <a:pt x="13232" y="8520"/>
                  <a:pt x="17040" y="12327"/>
                  <a:pt x="17040" y="17040"/>
                </a:cubicBezTo>
                <a:lnTo>
                  <a:pt x="17040" y="106499"/>
                </a:lnTo>
                <a:cubicBezTo>
                  <a:pt x="17040" y="108842"/>
                  <a:pt x="18957" y="110759"/>
                  <a:pt x="21300" y="110759"/>
                </a:cubicBezTo>
                <a:lnTo>
                  <a:pt x="127799" y="110759"/>
                </a:lnTo>
                <a:cubicBezTo>
                  <a:pt x="132511" y="110759"/>
                  <a:pt x="136319" y="114566"/>
                  <a:pt x="136319" y="119279"/>
                </a:cubicBezTo>
                <a:cubicBezTo>
                  <a:pt x="136319" y="123991"/>
                  <a:pt x="132511" y="127799"/>
                  <a:pt x="127799" y="127799"/>
                </a:cubicBezTo>
                <a:lnTo>
                  <a:pt x="21300" y="127799"/>
                </a:lnTo>
                <a:cubicBezTo>
                  <a:pt x="9532" y="127799"/>
                  <a:pt x="0" y="118267"/>
                  <a:pt x="0" y="106499"/>
                </a:cubicBezTo>
                <a:lnTo>
                  <a:pt x="0" y="17040"/>
                </a:lnTo>
                <a:cubicBezTo>
                  <a:pt x="0" y="12327"/>
                  <a:pt x="3807" y="8520"/>
                  <a:pt x="8520" y="8520"/>
                </a:cubicBezTo>
                <a:close/>
                <a:moveTo>
                  <a:pt x="63899" y="25560"/>
                </a:moveTo>
                <a:cubicBezTo>
                  <a:pt x="65683" y="25560"/>
                  <a:pt x="67387" y="26305"/>
                  <a:pt x="68612" y="27636"/>
                </a:cubicBezTo>
                <a:lnTo>
                  <a:pt x="87542" y="48271"/>
                </a:lnTo>
                <a:lnTo>
                  <a:pt x="99843" y="35943"/>
                </a:lnTo>
                <a:cubicBezTo>
                  <a:pt x="102345" y="33441"/>
                  <a:pt x="106392" y="33441"/>
                  <a:pt x="108869" y="35943"/>
                </a:cubicBezTo>
                <a:lnTo>
                  <a:pt x="125908" y="52983"/>
                </a:lnTo>
                <a:cubicBezTo>
                  <a:pt x="127106" y="54181"/>
                  <a:pt x="127772" y="55805"/>
                  <a:pt x="127772" y="57509"/>
                </a:cubicBezTo>
                <a:lnTo>
                  <a:pt x="127772" y="87329"/>
                </a:lnTo>
                <a:cubicBezTo>
                  <a:pt x="127772" y="90870"/>
                  <a:pt x="124923" y="93719"/>
                  <a:pt x="121382" y="93719"/>
                </a:cubicBezTo>
                <a:lnTo>
                  <a:pt x="40443" y="93719"/>
                </a:lnTo>
                <a:cubicBezTo>
                  <a:pt x="36902" y="93719"/>
                  <a:pt x="34053" y="90870"/>
                  <a:pt x="34053" y="87329"/>
                </a:cubicBezTo>
                <a:lnTo>
                  <a:pt x="34053" y="57509"/>
                </a:lnTo>
                <a:cubicBezTo>
                  <a:pt x="34053" y="55912"/>
                  <a:pt x="34665" y="54368"/>
                  <a:pt x="35730" y="53196"/>
                </a:cubicBezTo>
                <a:lnTo>
                  <a:pt x="59160" y="27636"/>
                </a:lnTo>
                <a:cubicBezTo>
                  <a:pt x="60358" y="26305"/>
                  <a:pt x="62089" y="25560"/>
                  <a:pt x="63873" y="25560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58" name="Text 56"/>
          <p:cNvSpPr/>
          <p:nvPr/>
        </p:nvSpPr>
        <p:spPr>
          <a:xfrm>
            <a:off x="6786579" y="2967061"/>
            <a:ext cx="3595405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Catalog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86579" y="3188579"/>
            <a:ext cx="3586885" cy="1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documentation of all charts, maps, and interactive elements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09464" y="3522985"/>
            <a:ext cx="5401627" cy="587874"/>
          </a:xfrm>
          <a:custGeom>
            <a:avLst/>
            <a:gdLst/>
            <a:ahLst/>
            <a:cxnLst/>
            <a:rect l="l" t="t" r="r" b="b"/>
            <a:pathLst>
              <a:path w="5401627" h="587874">
                <a:moveTo>
                  <a:pt x="68158" y="0"/>
                </a:moveTo>
                <a:lnTo>
                  <a:pt x="5333469" y="0"/>
                </a:lnTo>
                <a:cubicBezTo>
                  <a:pt x="5371111" y="0"/>
                  <a:pt x="5401627" y="30515"/>
                  <a:pt x="5401627" y="68158"/>
                </a:cubicBezTo>
                <a:lnTo>
                  <a:pt x="5401627" y="519716"/>
                </a:lnTo>
                <a:cubicBezTo>
                  <a:pt x="5401627" y="557359"/>
                  <a:pt x="5371111" y="587874"/>
                  <a:pt x="5333469" y="587874"/>
                </a:cubicBezTo>
                <a:lnTo>
                  <a:pt x="68158" y="587874"/>
                </a:lnTo>
                <a:cubicBezTo>
                  <a:pt x="30515" y="587874"/>
                  <a:pt x="0" y="557359"/>
                  <a:pt x="0" y="519716"/>
                </a:cubicBezTo>
                <a:lnTo>
                  <a:pt x="0" y="68158"/>
                </a:lnTo>
                <a:cubicBezTo>
                  <a:pt x="0" y="30541"/>
                  <a:pt x="30541" y="0"/>
                  <a:pt x="6815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11703" y="3642264"/>
            <a:ext cx="272637" cy="272637"/>
          </a:xfrm>
          <a:custGeom>
            <a:avLst/>
            <a:gdLst/>
            <a:ahLst/>
            <a:cxnLst/>
            <a:rect l="l" t="t" r="r" b="b"/>
            <a:pathLst>
              <a:path w="272637" h="272637">
                <a:moveTo>
                  <a:pt x="68159" y="0"/>
                </a:moveTo>
                <a:lnTo>
                  <a:pt x="204478" y="0"/>
                </a:lnTo>
                <a:cubicBezTo>
                  <a:pt x="242121" y="0"/>
                  <a:pt x="272637" y="30516"/>
                  <a:pt x="272637" y="68159"/>
                </a:cubicBezTo>
                <a:lnTo>
                  <a:pt x="272637" y="204478"/>
                </a:lnTo>
                <a:cubicBezTo>
                  <a:pt x="272637" y="242121"/>
                  <a:pt x="242121" y="272637"/>
                  <a:pt x="204478" y="272637"/>
                </a:cubicBezTo>
                <a:lnTo>
                  <a:pt x="68159" y="272637"/>
                </a:lnTo>
                <a:cubicBezTo>
                  <a:pt x="30516" y="272637"/>
                  <a:pt x="0" y="242121"/>
                  <a:pt x="0" y="204478"/>
                </a:cubicBezTo>
                <a:lnTo>
                  <a:pt x="0" y="68159"/>
                </a:lnTo>
                <a:cubicBezTo>
                  <a:pt x="0" y="30541"/>
                  <a:pt x="30541" y="0"/>
                  <a:pt x="68159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96902" y="3710423"/>
            <a:ext cx="102239" cy="136319"/>
          </a:xfrm>
          <a:custGeom>
            <a:avLst/>
            <a:gdLst/>
            <a:ahLst/>
            <a:cxnLst/>
            <a:rect l="l" t="t" r="r" b="b"/>
            <a:pathLst>
              <a:path w="102239" h="136319">
                <a:moveTo>
                  <a:pt x="77984" y="102239"/>
                </a:moveTo>
                <a:cubicBezTo>
                  <a:pt x="79927" y="96302"/>
                  <a:pt x="83815" y="90923"/>
                  <a:pt x="88208" y="86291"/>
                </a:cubicBezTo>
                <a:cubicBezTo>
                  <a:pt x="96914" y="77132"/>
                  <a:pt x="102239" y="64751"/>
                  <a:pt x="102239" y="51119"/>
                </a:cubicBezTo>
                <a:cubicBezTo>
                  <a:pt x="102239" y="22897"/>
                  <a:pt x="79342" y="0"/>
                  <a:pt x="51119" y="0"/>
                </a:cubicBezTo>
                <a:cubicBezTo>
                  <a:pt x="22897" y="0"/>
                  <a:pt x="0" y="22897"/>
                  <a:pt x="0" y="51119"/>
                </a:cubicBezTo>
                <a:cubicBezTo>
                  <a:pt x="0" y="64751"/>
                  <a:pt x="5325" y="77132"/>
                  <a:pt x="14031" y="86291"/>
                </a:cubicBezTo>
                <a:cubicBezTo>
                  <a:pt x="18424" y="90923"/>
                  <a:pt x="22338" y="96302"/>
                  <a:pt x="24255" y="102239"/>
                </a:cubicBezTo>
                <a:lnTo>
                  <a:pt x="77957" y="102239"/>
                </a:lnTo>
                <a:close/>
                <a:moveTo>
                  <a:pt x="76679" y="115019"/>
                </a:moveTo>
                <a:lnTo>
                  <a:pt x="25560" y="115019"/>
                </a:lnTo>
                <a:lnTo>
                  <a:pt x="25560" y="119279"/>
                </a:lnTo>
                <a:cubicBezTo>
                  <a:pt x="25560" y="131047"/>
                  <a:pt x="35091" y="140579"/>
                  <a:pt x="46860" y="140579"/>
                </a:cubicBezTo>
                <a:lnTo>
                  <a:pt x="55379" y="140579"/>
                </a:lnTo>
                <a:cubicBezTo>
                  <a:pt x="67148" y="140579"/>
                  <a:pt x="76679" y="131047"/>
                  <a:pt x="76679" y="119279"/>
                </a:cubicBezTo>
                <a:lnTo>
                  <a:pt x="76679" y="115019"/>
                </a:lnTo>
                <a:close/>
                <a:moveTo>
                  <a:pt x="48990" y="29820"/>
                </a:moveTo>
                <a:cubicBezTo>
                  <a:pt x="38393" y="29820"/>
                  <a:pt x="29820" y="38393"/>
                  <a:pt x="29820" y="48990"/>
                </a:cubicBezTo>
                <a:cubicBezTo>
                  <a:pt x="29820" y="52531"/>
                  <a:pt x="26971" y="55379"/>
                  <a:pt x="23430" y="55379"/>
                </a:cubicBezTo>
                <a:cubicBezTo>
                  <a:pt x="19889" y="55379"/>
                  <a:pt x="17040" y="52531"/>
                  <a:pt x="17040" y="48990"/>
                </a:cubicBezTo>
                <a:cubicBezTo>
                  <a:pt x="17040" y="31337"/>
                  <a:pt x="31337" y="17040"/>
                  <a:pt x="48990" y="17040"/>
                </a:cubicBezTo>
                <a:cubicBezTo>
                  <a:pt x="52531" y="17040"/>
                  <a:pt x="55379" y="19889"/>
                  <a:pt x="55379" y="23430"/>
                </a:cubicBezTo>
                <a:cubicBezTo>
                  <a:pt x="55379" y="26971"/>
                  <a:pt x="52531" y="29820"/>
                  <a:pt x="48990" y="29820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63" name="Text 61"/>
          <p:cNvSpPr/>
          <p:nvPr/>
        </p:nvSpPr>
        <p:spPr>
          <a:xfrm>
            <a:off x="6786579" y="3625224"/>
            <a:ext cx="3910642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Report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86579" y="3846742"/>
            <a:ext cx="3902122" cy="161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39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Synthesized findings with actionable recommendations and key takeaways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68885" y="5045920"/>
            <a:ext cx="5682784" cy="1644344"/>
          </a:xfrm>
          <a:custGeom>
            <a:avLst/>
            <a:gdLst/>
            <a:ahLst/>
            <a:cxnLst/>
            <a:rect l="l" t="t" r="r" b="b"/>
            <a:pathLst>
              <a:path w="5682784" h="1644344">
                <a:moveTo>
                  <a:pt x="102245" y="0"/>
                </a:moveTo>
                <a:lnTo>
                  <a:pt x="5580539" y="0"/>
                </a:lnTo>
                <a:cubicBezTo>
                  <a:pt x="5637007" y="0"/>
                  <a:pt x="5682784" y="45777"/>
                  <a:pt x="5682784" y="102245"/>
                </a:cubicBezTo>
                <a:lnTo>
                  <a:pt x="5682784" y="1542099"/>
                </a:lnTo>
                <a:cubicBezTo>
                  <a:pt x="5682784" y="1598567"/>
                  <a:pt x="5637007" y="1644344"/>
                  <a:pt x="5580539" y="1644344"/>
                </a:cubicBezTo>
                <a:lnTo>
                  <a:pt x="102245" y="1644344"/>
                </a:lnTo>
                <a:cubicBezTo>
                  <a:pt x="45777" y="1644344"/>
                  <a:pt x="0" y="1598567"/>
                  <a:pt x="0" y="1542099"/>
                </a:cubicBezTo>
                <a:lnTo>
                  <a:pt x="0" y="102245"/>
                </a:lnTo>
                <a:cubicBezTo>
                  <a:pt x="0" y="45777"/>
                  <a:pt x="45777" y="0"/>
                  <a:pt x="102245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09464" y="5186499"/>
            <a:ext cx="408956" cy="408956"/>
          </a:xfrm>
          <a:custGeom>
            <a:avLst/>
            <a:gdLst/>
            <a:ahLst/>
            <a:cxnLst/>
            <a:rect l="l" t="t" r="r" b="b"/>
            <a:pathLst>
              <a:path w="408956" h="408956">
                <a:moveTo>
                  <a:pt x="102239" y="0"/>
                </a:moveTo>
                <a:lnTo>
                  <a:pt x="306717" y="0"/>
                </a:lnTo>
                <a:cubicBezTo>
                  <a:pt x="363182" y="0"/>
                  <a:pt x="408956" y="45774"/>
                  <a:pt x="408956" y="102239"/>
                </a:cubicBezTo>
                <a:lnTo>
                  <a:pt x="408956" y="306717"/>
                </a:lnTo>
                <a:cubicBezTo>
                  <a:pt x="408956" y="363182"/>
                  <a:pt x="363182" y="408956"/>
                  <a:pt x="306717" y="408956"/>
                </a:cubicBezTo>
                <a:lnTo>
                  <a:pt x="102239" y="408956"/>
                </a:lnTo>
                <a:cubicBezTo>
                  <a:pt x="45774" y="408956"/>
                  <a:pt x="0" y="363182"/>
                  <a:pt x="0" y="306717"/>
                </a:cubicBezTo>
                <a:lnTo>
                  <a:pt x="0" y="102239"/>
                </a:lnTo>
                <a:cubicBezTo>
                  <a:pt x="0" y="45812"/>
                  <a:pt x="45812" y="0"/>
                  <a:pt x="102239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428743" y="5305778"/>
            <a:ext cx="170398" cy="170398"/>
          </a:xfrm>
          <a:custGeom>
            <a:avLst/>
            <a:gdLst/>
            <a:ahLst/>
            <a:cxnLst/>
            <a:rect l="l" t="t" r="r" b="b"/>
            <a:pathLst>
              <a:path w="170398" h="170398">
                <a:moveTo>
                  <a:pt x="42600" y="106499"/>
                </a:moveTo>
                <a:lnTo>
                  <a:pt x="8154" y="106499"/>
                </a:lnTo>
                <a:cubicBezTo>
                  <a:pt x="-133" y="106499"/>
                  <a:pt x="-5225" y="97480"/>
                  <a:pt x="-965" y="90358"/>
                </a:cubicBezTo>
                <a:lnTo>
                  <a:pt x="16640" y="61004"/>
                </a:lnTo>
                <a:cubicBezTo>
                  <a:pt x="19536" y="56178"/>
                  <a:pt x="24728" y="53249"/>
                  <a:pt x="30352" y="53249"/>
                </a:cubicBezTo>
                <a:lnTo>
                  <a:pt x="61969" y="53249"/>
                </a:lnTo>
                <a:cubicBezTo>
                  <a:pt x="87296" y="10350"/>
                  <a:pt x="125070" y="8187"/>
                  <a:pt x="150330" y="11881"/>
                </a:cubicBezTo>
                <a:cubicBezTo>
                  <a:pt x="154590" y="12514"/>
                  <a:pt x="157918" y="15842"/>
                  <a:pt x="158517" y="20068"/>
                </a:cubicBezTo>
                <a:cubicBezTo>
                  <a:pt x="162211" y="45329"/>
                  <a:pt x="160048" y="83102"/>
                  <a:pt x="117149" y="108429"/>
                </a:cubicBezTo>
                <a:lnTo>
                  <a:pt x="117149" y="140046"/>
                </a:lnTo>
                <a:cubicBezTo>
                  <a:pt x="117149" y="145671"/>
                  <a:pt x="114220" y="150862"/>
                  <a:pt x="109394" y="153758"/>
                </a:cubicBezTo>
                <a:lnTo>
                  <a:pt x="80041" y="171363"/>
                </a:lnTo>
                <a:cubicBezTo>
                  <a:pt x="72952" y="175623"/>
                  <a:pt x="63899" y="170498"/>
                  <a:pt x="63899" y="162244"/>
                </a:cubicBezTo>
                <a:lnTo>
                  <a:pt x="63899" y="127799"/>
                </a:lnTo>
                <a:cubicBezTo>
                  <a:pt x="63899" y="116051"/>
                  <a:pt x="54348" y="106499"/>
                  <a:pt x="42600" y="106499"/>
                </a:cubicBezTo>
                <a:lnTo>
                  <a:pt x="42566" y="106499"/>
                </a:lnTo>
                <a:close/>
                <a:moveTo>
                  <a:pt x="133124" y="53249"/>
                </a:moveTo>
                <a:cubicBezTo>
                  <a:pt x="133124" y="44433"/>
                  <a:pt x="125966" y="37275"/>
                  <a:pt x="117149" y="37275"/>
                </a:cubicBezTo>
                <a:cubicBezTo>
                  <a:pt x="108332" y="37275"/>
                  <a:pt x="101174" y="44433"/>
                  <a:pt x="101174" y="53249"/>
                </a:cubicBezTo>
                <a:cubicBezTo>
                  <a:pt x="101174" y="62066"/>
                  <a:pt x="108332" y="69224"/>
                  <a:pt x="117149" y="69224"/>
                </a:cubicBezTo>
                <a:cubicBezTo>
                  <a:pt x="125966" y="69224"/>
                  <a:pt x="133124" y="62066"/>
                  <a:pt x="133124" y="53249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8" name="Text 66"/>
          <p:cNvSpPr/>
          <p:nvPr/>
        </p:nvSpPr>
        <p:spPr>
          <a:xfrm>
            <a:off x="6820659" y="5271698"/>
            <a:ext cx="1857342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Deployment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09464" y="5714734"/>
            <a:ext cx="1064990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171940" y="5697694"/>
            <a:ext cx="536755" cy="238558"/>
          </a:xfrm>
          <a:custGeom>
            <a:avLst/>
            <a:gdLst/>
            <a:ahLst/>
            <a:cxnLst/>
            <a:rect l="l" t="t" r="r" b="b"/>
            <a:pathLst>
              <a:path w="536755" h="238558">
                <a:moveTo>
                  <a:pt x="34080" y="0"/>
                </a:moveTo>
                <a:lnTo>
                  <a:pt x="502674" y="0"/>
                </a:lnTo>
                <a:cubicBezTo>
                  <a:pt x="521496" y="0"/>
                  <a:pt x="536755" y="15258"/>
                  <a:pt x="536755" y="34080"/>
                </a:cubicBezTo>
                <a:lnTo>
                  <a:pt x="536755" y="204477"/>
                </a:lnTo>
                <a:cubicBezTo>
                  <a:pt x="536755" y="223299"/>
                  <a:pt x="521496" y="238558"/>
                  <a:pt x="502674" y="238558"/>
                </a:cubicBezTo>
                <a:lnTo>
                  <a:pt x="34080" y="238558"/>
                </a:lnTo>
                <a:cubicBezTo>
                  <a:pt x="15258" y="238558"/>
                  <a:pt x="0" y="223299"/>
                  <a:pt x="0" y="204477"/>
                </a:cubicBezTo>
                <a:lnTo>
                  <a:pt x="0" y="34080"/>
                </a:lnTo>
                <a:cubicBezTo>
                  <a:pt x="0" y="15258"/>
                  <a:pt x="15258" y="0"/>
                  <a:pt x="3408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1171940" y="5697694"/>
            <a:ext cx="596394" cy="238558"/>
          </a:xfrm>
          <a:prstGeom prst="rect">
            <a:avLst/>
          </a:prstGeom>
          <a:noFill/>
          <a:ln/>
        </p:spPr>
        <p:txBody>
          <a:bodyPr wrap="square" lIns="68159" tIns="34080" rIns="68159" bIns="34080" rtlCol="0" anchor="ctr"/>
          <a:lstStyle/>
          <a:p>
            <a:pPr>
              <a:lnSpc>
                <a:spcPct val="120000"/>
              </a:lnSpc>
            </a:pPr>
            <a:r>
              <a:rPr lang="en-US" sz="939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309464" y="6021451"/>
            <a:ext cx="1252428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Format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019513" y="6004411"/>
            <a:ext cx="690113" cy="238558"/>
          </a:xfrm>
          <a:custGeom>
            <a:avLst/>
            <a:gdLst/>
            <a:ahLst/>
            <a:cxnLst/>
            <a:rect l="l" t="t" r="r" b="b"/>
            <a:pathLst>
              <a:path w="690113" h="238558">
                <a:moveTo>
                  <a:pt x="34080" y="0"/>
                </a:moveTo>
                <a:lnTo>
                  <a:pt x="656033" y="0"/>
                </a:lnTo>
                <a:cubicBezTo>
                  <a:pt x="674855" y="0"/>
                  <a:pt x="690113" y="15258"/>
                  <a:pt x="690113" y="34080"/>
                </a:cubicBezTo>
                <a:lnTo>
                  <a:pt x="690113" y="204477"/>
                </a:lnTo>
                <a:cubicBezTo>
                  <a:pt x="690113" y="223299"/>
                  <a:pt x="674855" y="238558"/>
                  <a:pt x="656033" y="238558"/>
                </a:cubicBezTo>
                <a:lnTo>
                  <a:pt x="34080" y="238558"/>
                </a:lnTo>
                <a:cubicBezTo>
                  <a:pt x="15258" y="238558"/>
                  <a:pt x="0" y="223299"/>
                  <a:pt x="0" y="204477"/>
                </a:cubicBezTo>
                <a:lnTo>
                  <a:pt x="0" y="34080"/>
                </a:lnTo>
                <a:cubicBezTo>
                  <a:pt x="0" y="15258"/>
                  <a:pt x="15258" y="0"/>
                  <a:pt x="3408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1019513" y="6004411"/>
            <a:ext cx="749753" cy="238558"/>
          </a:xfrm>
          <a:prstGeom prst="rect">
            <a:avLst/>
          </a:prstGeom>
          <a:noFill/>
          <a:ln/>
        </p:spPr>
        <p:txBody>
          <a:bodyPr wrap="square" lIns="68159" tIns="34080" rIns="68159" bIns="34080" rtlCol="0" anchor="ctr"/>
          <a:lstStyle/>
          <a:p>
            <a:pPr>
              <a:lnSpc>
                <a:spcPct val="120000"/>
              </a:lnSpc>
            </a:pPr>
            <a:r>
              <a:rPr lang="en-US" sz="939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309464" y="6328168"/>
            <a:ext cx="71567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Access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1128209" y="6311128"/>
            <a:ext cx="579354" cy="238558"/>
          </a:xfrm>
          <a:custGeom>
            <a:avLst/>
            <a:gdLst/>
            <a:ahLst/>
            <a:cxnLst/>
            <a:rect l="l" t="t" r="r" b="b"/>
            <a:pathLst>
              <a:path w="579354" h="238558">
                <a:moveTo>
                  <a:pt x="34080" y="0"/>
                </a:moveTo>
                <a:lnTo>
                  <a:pt x="545274" y="0"/>
                </a:lnTo>
                <a:cubicBezTo>
                  <a:pt x="564096" y="0"/>
                  <a:pt x="579354" y="15258"/>
                  <a:pt x="579354" y="34080"/>
                </a:cubicBezTo>
                <a:lnTo>
                  <a:pt x="579354" y="204477"/>
                </a:lnTo>
                <a:cubicBezTo>
                  <a:pt x="579354" y="223299"/>
                  <a:pt x="564096" y="238558"/>
                  <a:pt x="545274" y="238558"/>
                </a:cubicBezTo>
                <a:lnTo>
                  <a:pt x="34080" y="238558"/>
                </a:lnTo>
                <a:cubicBezTo>
                  <a:pt x="15258" y="238558"/>
                  <a:pt x="0" y="223299"/>
                  <a:pt x="0" y="204477"/>
                </a:cubicBezTo>
                <a:lnTo>
                  <a:pt x="0" y="34080"/>
                </a:lnTo>
                <a:cubicBezTo>
                  <a:pt x="0" y="15258"/>
                  <a:pt x="15258" y="0"/>
                  <a:pt x="3408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1128209" y="6311128"/>
            <a:ext cx="638994" cy="238558"/>
          </a:xfrm>
          <a:prstGeom prst="rect">
            <a:avLst/>
          </a:prstGeom>
          <a:noFill/>
          <a:ln/>
        </p:spPr>
        <p:txBody>
          <a:bodyPr wrap="square" lIns="68159" tIns="34080" rIns="68159" bIns="34080" rtlCol="0" anchor="ctr"/>
          <a:lstStyle/>
          <a:p>
            <a:pPr>
              <a:lnSpc>
                <a:spcPct val="120000"/>
              </a:lnSpc>
            </a:pPr>
            <a:r>
              <a:rPr lang="en-US" sz="939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1031875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Robust, scalable infrastructure for climate data processing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31762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321469" y="1448594"/>
            <a:ext cx="3762375" cy="2579688"/>
          </a:xfrm>
          <a:custGeom>
            <a:avLst/>
            <a:gdLst/>
            <a:ahLst/>
            <a:cxnLst/>
            <a:rect l="l" t="t" r="r" b="b"/>
            <a:pathLst>
              <a:path w="3762375" h="2579688">
                <a:moveTo>
                  <a:pt x="95242" y="0"/>
                </a:moveTo>
                <a:lnTo>
                  <a:pt x="3667133" y="0"/>
                </a:lnTo>
                <a:cubicBezTo>
                  <a:pt x="3719734" y="0"/>
                  <a:pt x="3762375" y="42641"/>
                  <a:pt x="3762375" y="95242"/>
                </a:cubicBezTo>
                <a:lnTo>
                  <a:pt x="3762375" y="2484445"/>
                </a:lnTo>
                <a:cubicBezTo>
                  <a:pt x="3762375" y="2537046"/>
                  <a:pt x="3719734" y="2579688"/>
                  <a:pt x="3667133" y="2579688"/>
                </a:cubicBezTo>
                <a:lnTo>
                  <a:pt x="95242" y="2579688"/>
                </a:lnTo>
                <a:cubicBezTo>
                  <a:pt x="42641" y="2579688"/>
                  <a:pt x="0" y="2537046"/>
                  <a:pt x="0" y="2484445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438" y="1579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9594" y="16748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0" name="Text 8"/>
          <p:cNvSpPr/>
          <p:nvPr/>
        </p:nvSpPr>
        <p:spPr>
          <a:xfrm>
            <a:off x="928688" y="1579563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8688" y="1738313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2438" y="2055813"/>
            <a:ext cx="3500438" cy="968375"/>
          </a:xfrm>
          <a:custGeom>
            <a:avLst/>
            <a:gdLst/>
            <a:ahLst/>
            <a:cxnLst/>
            <a:rect l="l" t="t" r="r" b="b"/>
            <a:pathLst>
              <a:path w="3500438" h="968375">
                <a:moveTo>
                  <a:pt x="63496" y="0"/>
                </a:moveTo>
                <a:lnTo>
                  <a:pt x="3436941" y="0"/>
                </a:lnTo>
                <a:cubicBezTo>
                  <a:pt x="3472009" y="0"/>
                  <a:pt x="3500438" y="28428"/>
                  <a:pt x="3500438" y="63496"/>
                </a:cubicBezTo>
                <a:lnTo>
                  <a:pt x="3500438" y="904879"/>
                </a:lnTo>
                <a:cubicBezTo>
                  <a:pt x="3500438" y="939947"/>
                  <a:pt x="3472009" y="968375"/>
                  <a:pt x="3436941" y="968375"/>
                </a:cubicBezTo>
                <a:lnTo>
                  <a:pt x="63496" y="968375"/>
                </a:lnTo>
                <a:cubicBezTo>
                  <a:pt x="28428" y="968375"/>
                  <a:pt x="0" y="939947"/>
                  <a:pt x="0" y="90487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7688" y="2166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36984" y="2246313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6364" y="62167"/>
                </a:moveTo>
                <a:cubicBezTo>
                  <a:pt x="133976" y="52586"/>
                  <a:pt x="129449" y="45362"/>
                  <a:pt x="119807" y="45362"/>
                </a:cubicBezTo>
                <a:lnTo>
                  <a:pt x="107373" y="45362"/>
                </a:lnTo>
                <a:lnTo>
                  <a:pt x="107373" y="60058"/>
                </a:lnTo>
                <a:cubicBezTo>
                  <a:pt x="107373" y="71469"/>
                  <a:pt x="97699" y="81080"/>
                  <a:pt x="86661" y="81080"/>
                </a:cubicBezTo>
                <a:lnTo>
                  <a:pt x="53547" y="81080"/>
                </a:lnTo>
                <a:cubicBezTo>
                  <a:pt x="44493" y="81080"/>
                  <a:pt x="36990" y="88832"/>
                  <a:pt x="36990" y="97917"/>
                </a:cubicBezTo>
                <a:lnTo>
                  <a:pt x="36990" y="129480"/>
                </a:lnTo>
                <a:cubicBezTo>
                  <a:pt x="36990" y="138472"/>
                  <a:pt x="44803" y="143743"/>
                  <a:pt x="53547" y="146317"/>
                </a:cubicBezTo>
                <a:cubicBezTo>
                  <a:pt x="64027" y="149386"/>
                  <a:pt x="74104" y="149944"/>
                  <a:pt x="86661" y="146317"/>
                </a:cubicBezTo>
                <a:cubicBezTo>
                  <a:pt x="95002" y="143898"/>
                  <a:pt x="103219" y="139030"/>
                  <a:pt x="103219" y="129480"/>
                </a:cubicBezTo>
                <a:lnTo>
                  <a:pt x="103219" y="116861"/>
                </a:lnTo>
                <a:lnTo>
                  <a:pt x="70135" y="116861"/>
                </a:lnTo>
                <a:lnTo>
                  <a:pt x="70135" y="112644"/>
                </a:lnTo>
                <a:lnTo>
                  <a:pt x="119807" y="112644"/>
                </a:lnTo>
                <a:cubicBezTo>
                  <a:pt x="129449" y="112644"/>
                  <a:pt x="133015" y="105916"/>
                  <a:pt x="136364" y="95839"/>
                </a:cubicBezTo>
                <a:cubicBezTo>
                  <a:pt x="139836" y="85452"/>
                  <a:pt x="139681" y="75468"/>
                  <a:pt x="136364" y="62167"/>
                </a:cubicBezTo>
                <a:close/>
                <a:moveTo>
                  <a:pt x="88739" y="137883"/>
                </a:moveTo>
                <a:cubicBezTo>
                  <a:pt x="86379" y="138049"/>
                  <a:pt x="84124" y="136883"/>
                  <a:pt x="82894" y="134863"/>
                </a:cubicBezTo>
                <a:cubicBezTo>
                  <a:pt x="81663" y="132842"/>
                  <a:pt x="81663" y="130304"/>
                  <a:pt x="82894" y="128284"/>
                </a:cubicBezTo>
                <a:cubicBezTo>
                  <a:pt x="84124" y="126263"/>
                  <a:pt x="86379" y="125098"/>
                  <a:pt x="88739" y="125264"/>
                </a:cubicBezTo>
                <a:cubicBezTo>
                  <a:pt x="91099" y="125098"/>
                  <a:pt x="93354" y="126263"/>
                  <a:pt x="94584" y="128284"/>
                </a:cubicBezTo>
                <a:cubicBezTo>
                  <a:pt x="95814" y="130304"/>
                  <a:pt x="95814" y="132842"/>
                  <a:pt x="94584" y="134863"/>
                </a:cubicBezTo>
                <a:cubicBezTo>
                  <a:pt x="93354" y="136883"/>
                  <a:pt x="91099" y="138049"/>
                  <a:pt x="88739" y="137883"/>
                </a:cubicBezTo>
                <a:close/>
                <a:moveTo>
                  <a:pt x="52028" y="76926"/>
                </a:moveTo>
                <a:lnTo>
                  <a:pt x="85142" y="76926"/>
                </a:lnTo>
                <a:cubicBezTo>
                  <a:pt x="94351" y="76926"/>
                  <a:pt x="101699" y="69329"/>
                  <a:pt x="101699" y="60089"/>
                </a:cubicBezTo>
                <a:lnTo>
                  <a:pt x="101699" y="28494"/>
                </a:lnTo>
                <a:cubicBezTo>
                  <a:pt x="101699" y="19503"/>
                  <a:pt x="94134" y="12774"/>
                  <a:pt x="85142" y="11255"/>
                </a:cubicBezTo>
                <a:cubicBezTo>
                  <a:pt x="74042" y="9426"/>
                  <a:pt x="61981" y="9519"/>
                  <a:pt x="52028" y="11286"/>
                </a:cubicBezTo>
                <a:cubicBezTo>
                  <a:pt x="38013" y="13767"/>
                  <a:pt x="35471" y="18945"/>
                  <a:pt x="35471" y="28525"/>
                </a:cubicBezTo>
                <a:lnTo>
                  <a:pt x="35471" y="41145"/>
                </a:lnTo>
                <a:lnTo>
                  <a:pt x="68616" y="41145"/>
                </a:lnTo>
                <a:lnTo>
                  <a:pt x="68616" y="45362"/>
                </a:lnTo>
                <a:lnTo>
                  <a:pt x="23037" y="45362"/>
                </a:lnTo>
                <a:cubicBezTo>
                  <a:pt x="13395" y="45362"/>
                  <a:pt x="4961" y="51160"/>
                  <a:pt x="2325" y="62167"/>
                </a:cubicBezTo>
                <a:cubicBezTo>
                  <a:pt x="-713" y="74786"/>
                  <a:pt x="-837" y="82662"/>
                  <a:pt x="2325" y="95839"/>
                </a:cubicBezTo>
                <a:cubicBezTo>
                  <a:pt x="4682" y="105637"/>
                  <a:pt x="10294" y="112644"/>
                  <a:pt x="19937" y="112644"/>
                </a:cubicBezTo>
                <a:lnTo>
                  <a:pt x="31316" y="112644"/>
                </a:lnTo>
                <a:lnTo>
                  <a:pt x="31316" y="97513"/>
                </a:lnTo>
                <a:cubicBezTo>
                  <a:pt x="31316" y="86568"/>
                  <a:pt x="40773" y="76926"/>
                  <a:pt x="52028" y="76926"/>
                </a:cubicBezTo>
                <a:close/>
                <a:moveTo>
                  <a:pt x="49981" y="20061"/>
                </a:moveTo>
                <a:cubicBezTo>
                  <a:pt x="53472" y="20061"/>
                  <a:pt x="56307" y="22895"/>
                  <a:pt x="56307" y="26386"/>
                </a:cubicBezTo>
                <a:cubicBezTo>
                  <a:pt x="56307" y="29877"/>
                  <a:pt x="53472" y="32711"/>
                  <a:pt x="49981" y="32711"/>
                </a:cubicBezTo>
                <a:cubicBezTo>
                  <a:pt x="46490" y="32711"/>
                  <a:pt x="43656" y="29877"/>
                  <a:pt x="43656" y="26386"/>
                </a:cubicBezTo>
                <a:cubicBezTo>
                  <a:pt x="43656" y="22895"/>
                  <a:pt x="46490" y="20061"/>
                  <a:pt x="49981" y="20061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438" y="2151063"/>
            <a:ext cx="88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438" y="2341563"/>
            <a:ext cx="881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language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7688" y="2563813"/>
            <a:ext cx="336550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programming language for data processing, analysis, and visualization development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438" y="3115469"/>
            <a:ext cx="3500438" cy="603250"/>
          </a:xfrm>
          <a:custGeom>
            <a:avLst/>
            <a:gdLst/>
            <a:ahLst/>
            <a:cxnLst/>
            <a:rect l="l" t="t" r="r" b="b"/>
            <a:pathLst>
              <a:path w="3500438" h="603250">
                <a:moveTo>
                  <a:pt x="63498" y="0"/>
                </a:moveTo>
                <a:lnTo>
                  <a:pt x="3436939" y="0"/>
                </a:lnTo>
                <a:cubicBezTo>
                  <a:pt x="3472008" y="0"/>
                  <a:pt x="3500438" y="28429"/>
                  <a:pt x="3500438" y="63498"/>
                </a:cubicBezTo>
                <a:lnTo>
                  <a:pt x="3500438" y="539752"/>
                </a:lnTo>
                <a:cubicBezTo>
                  <a:pt x="3500438" y="574821"/>
                  <a:pt x="3472008" y="603250"/>
                  <a:pt x="343693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7688" y="3210719"/>
            <a:ext cx="336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Libraries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7688" y="3432969"/>
            <a:ext cx="428625" cy="190500"/>
          </a:xfrm>
          <a:custGeom>
            <a:avLst/>
            <a:gdLst/>
            <a:ahLst/>
            <a:cxnLst/>
            <a:rect l="l" t="t" r="r" b="b"/>
            <a:pathLst>
              <a:path w="428625" h="190500">
                <a:moveTo>
                  <a:pt x="31751" y="0"/>
                </a:moveTo>
                <a:lnTo>
                  <a:pt x="396874" y="0"/>
                </a:lnTo>
                <a:cubicBezTo>
                  <a:pt x="414410" y="0"/>
                  <a:pt x="428625" y="14215"/>
                  <a:pt x="428625" y="31751"/>
                </a:cubicBezTo>
                <a:lnTo>
                  <a:pt x="428625" y="158749"/>
                </a:lnTo>
                <a:cubicBezTo>
                  <a:pt x="428625" y="176285"/>
                  <a:pt x="414410" y="190500"/>
                  <a:pt x="39687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7688" y="3432969"/>
            <a:ext cx="47625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38758" y="3432969"/>
            <a:ext cx="349250" cy="190500"/>
          </a:xfrm>
          <a:custGeom>
            <a:avLst/>
            <a:gdLst/>
            <a:ahLst/>
            <a:cxnLst/>
            <a:rect l="l" t="t" r="r" b="b"/>
            <a:pathLst>
              <a:path w="349250" h="190500">
                <a:moveTo>
                  <a:pt x="31751" y="0"/>
                </a:moveTo>
                <a:lnTo>
                  <a:pt x="317499" y="0"/>
                </a:lnTo>
                <a:cubicBezTo>
                  <a:pt x="335035" y="0"/>
                  <a:pt x="349250" y="14215"/>
                  <a:pt x="349250" y="31751"/>
                </a:cubicBezTo>
                <a:lnTo>
                  <a:pt x="349250" y="158749"/>
                </a:lnTo>
                <a:cubicBezTo>
                  <a:pt x="349250" y="176285"/>
                  <a:pt x="335035" y="190500"/>
                  <a:pt x="31749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38758" y="3432969"/>
            <a:ext cx="3968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SciPy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450764" y="3432969"/>
            <a:ext cx="547688" cy="190500"/>
          </a:xfrm>
          <a:custGeom>
            <a:avLst/>
            <a:gdLst/>
            <a:ahLst/>
            <a:cxnLst/>
            <a:rect l="l" t="t" r="r" b="b"/>
            <a:pathLst>
              <a:path w="547688" h="190500">
                <a:moveTo>
                  <a:pt x="31751" y="0"/>
                </a:moveTo>
                <a:lnTo>
                  <a:pt x="515937" y="0"/>
                </a:lnTo>
                <a:cubicBezTo>
                  <a:pt x="533472" y="0"/>
                  <a:pt x="547688" y="14215"/>
                  <a:pt x="547688" y="31751"/>
                </a:cubicBezTo>
                <a:lnTo>
                  <a:pt x="547688" y="158749"/>
                </a:lnTo>
                <a:cubicBezTo>
                  <a:pt x="547688" y="176285"/>
                  <a:pt x="533472" y="190500"/>
                  <a:pt x="5159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450764" y="3432969"/>
            <a:ext cx="5953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16115" y="1448594"/>
            <a:ext cx="3762375" cy="2579688"/>
          </a:xfrm>
          <a:custGeom>
            <a:avLst/>
            <a:gdLst/>
            <a:ahLst/>
            <a:cxnLst/>
            <a:rect l="l" t="t" r="r" b="b"/>
            <a:pathLst>
              <a:path w="3762375" h="2579688">
                <a:moveTo>
                  <a:pt x="95242" y="0"/>
                </a:moveTo>
                <a:lnTo>
                  <a:pt x="3667133" y="0"/>
                </a:lnTo>
                <a:cubicBezTo>
                  <a:pt x="3719734" y="0"/>
                  <a:pt x="3762375" y="42641"/>
                  <a:pt x="3762375" y="95242"/>
                </a:cubicBezTo>
                <a:lnTo>
                  <a:pt x="3762375" y="2484445"/>
                </a:lnTo>
                <a:cubicBezTo>
                  <a:pt x="3762375" y="2537046"/>
                  <a:pt x="3719734" y="2579688"/>
                  <a:pt x="3667133" y="2579688"/>
                </a:cubicBezTo>
                <a:lnTo>
                  <a:pt x="95242" y="2579688"/>
                </a:lnTo>
                <a:cubicBezTo>
                  <a:pt x="42641" y="2579688"/>
                  <a:pt x="0" y="2537046"/>
                  <a:pt x="0" y="2484445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7083" y="1579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454240" y="16748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4823333" y="1579563"/>
            <a:ext cx="104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23333" y="1738313"/>
            <a:ext cx="1071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Handling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47083" y="2055813"/>
            <a:ext cx="3500438" cy="785813"/>
          </a:xfrm>
          <a:custGeom>
            <a:avLst/>
            <a:gdLst/>
            <a:ahLst/>
            <a:cxnLst/>
            <a:rect l="l" t="t" r="r" b="b"/>
            <a:pathLst>
              <a:path w="3500438" h="785813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722311"/>
                </a:lnTo>
                <a:cubicBezTo>
                  <a:pt x="3500438" y="757382"/>
                  <a:pt x="3472007" y="785813"/>
                  <a:pt x="3436936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42333" y="2166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40560" y="225425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71438" y="44648"/>
                </a:moveTo>
                <a:lnTo>
                  <a:pt x="71438" y="71438"/>
                </a:lnTo>
                <a:lnTo>
                  <a:pt x="107156" y="71438"/>
                </a:lnTo>
                <a:lnTo>
                  <a:pt x="107156" y="44648"/>
                </a:lnTo>
                <a:lnTo>
                  <a:pt x="71438" y="44648"/>
                </a:lnTo>
                <a:close/>
                <a:moveTo>
                  <a:pt x="53578" y="44648"/>
                </a:moveTo>
                <a:lnTo>
                  <a:pt x="17859" y="44648"/>
                </a:lnTo>
                <a:lnTo>
                  <a:pt x="17859" y="71438"/>
                </a:lnTo>
                <a:lnTo>
                  <a:pt x="53578" y="71438"/>
                </a:lnTo>
                <a:lnTo>
                  <a:pt x="53578" y="44648"/>
                </a:lnTo>
                <a:close/>
                <a:moveTo>
                  <a:pt x="0" y="89297"/>
                </a:move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107156" y="8930"/>
                </a:lnTo>
                <a:cubicBezTo>
                  <a:pt x="117007" y="8930"/>
                  <a:pt x="125016" y="16939"/>
                  <a:pt x="125016" y="2678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89297"/>
                </a:lnTo>
                <a:close/>
                <a:moveTo>
                  <a:pt x="107156" y="89297"/>
                </a:moveTo>
                <a:lnTo>
                  <a:pt x="71438" y="89297"/>
                </a:lnTo>
                <a:lnTo>
                  <a:pt x="71438" y="116086"/>
                </a:lnTo>
                <a:lnTo>
                  <a:pt x="107156" y="116086"/>
                </a:lnTo>
                <a:lnTo>
                  <a:pt x="107156" y="89297"/>
                </a:lnTo>
                <a:close/>
                <a:moveTo>
                  <a:pt x="53578" y="116086"/>
                </a:moveTo>
                <a:lnTo>
                  <a:pt x="53578" y="89297"/>
                </a:lnTo>
                <a:lnTo>
                  <a:pt x="17859" y="89297"/>
                </a:lnTo>
                <a:lnTo>
                  <a:pt x="17859" y="116086"/>
                </a:lnTo>
                <a:lnTo>
                  <a:pt x="53578" y="116086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4" name="Text 32"/>
          <p:cNvSpPr/>
          <p:nvPr/>
        </p:nvSpPr>
        <p:spPr>
          <a:xfrm>
            <a:off x="4855083" y="2151063"/>
            <a:ext cx="93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55083" y="2341563"/>
            <a:ext cx="92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2333" y="2563813"/>
            <a:ext cx="33655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transform, and analyze structured weather data efficiently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47083" y="2934891"/>
            <a:ext cx="3500438" cy="968375"/>
          </a:xfrm>
          <a:custGeom>
            <a:avLst/>
            <a:gdLst/>
            <a:ahLst/>
            <a:cxnLst/>
            <a:rect l="l" t="t" r="r" b="b"/>
            <a:pathLst>
              <a:path w="3500438" h="968375">
                <a:moveTo>
                  <a:pt x="63496" y="0"/>
                </a:moveTo>
                <a:lnTo>
                  <a:pt x="3436941" y="0"/>
                </a:lnTo>
                <a:cubicBezTo>
                  <a:pt x="3472009" y="0"/>
                  <a:pt x="3500438" y="28428"/>
                  <a:pt x="3500438" y="63496"/>
                </a:cubicBezTo>
                <a:lnTo>
                  <a:pt x="3500438" y="904879"/>
                </a:lnTo>
                <a:cubicBezTo>
                  <a:pt x="3500438" y="939947"/>
                  <a:pt x="3472009" y="968375"/>
                  <a:pt x="3436941" y="968375"/>
                </a:cubicBezTo>
                <a:lnTo>
                  <a:pt x="63496" y="968375"/>
                </a:lnTo>
                <a:cubicBezTo>
                  <a:pt x="28428" y="968375"/>
                  <a:pt x="0" y="939947"/>
                  <a:pt x="0" y="90487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42333" y="304601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22701" y="313332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40184" y="133945"/>
                </a:moveTo>
                <a:cubicBezTo>
                  <a:pt x="17999" y="133945"/>
                  <a:pt x="0" y="115946"/>
                  <a:pt x="0" y="93762"/>
                </a:cubicBezTo>
                <a:cubicBezTo>
                  <a:pt x="0" y="76070"/>
                  <a:pt x="11441" y="61057"/>
                  <a:pt x="27319" y="55671"/>
                </a:cubicBezTo>
                <a:cubicBezTo>
                  <a:pt x="26956" y="53522"/>
                  <a:pt x="26789" y="51346"/>
                  <a:pt x="26789" y="49113"/>
                </a:cubicBezTo>
                <a:cubicBezTo>
                  <a:pt x="26789" y="26929"/>
                  <a:pt x="44788" y="8930"/>
                  <a:pt x="66973" y="8930"/>
                </a:cubicBezTo>
                <a:cubicBezTo>
                  <a:pt x="82432" y="8930"/>
                  <a:pt x="95855" y="17664"/>
                  <a:pt x="102580" y="30445"/>
                </a:cubicBezTo>
                <a:cubicBezTo>
                  <a:pt x="106542" y="28129"/>
                  <a:pt x="111175" y="26789"/>
                  <a:pt x="116086" y="26789"/>
                </a:cubicBezTo>
                <a:cubicBezTo>
                  <a:pt x="130876" y="26789"/>
                  <a:pt x="142875" y="38788"/>
                  <a:pt x="142875" y="53578"/>
                </a:cubicBezTo>
                <a:cubicBezTo>
                  <a:pt x="142875" y="57959"/>
                  <a:pt x="141815" y="62117"/>
                  <a:pt x="139945" y="65773"/>
                </a:cubicBezTo>
                <a:cubicBezTo>
                  <a:pt x="152223" y="71438"/>
                  <a:pt x="160734" y="83827"/>
                  <a:pt x="160734" y="98227"/>
                </a:cubicBezTo>
                <a:cubicBezTo>
                  <a:pt x="160734" y="117956"/>
                  <a:pt x="144745" y="133945"/>
                  <a:pt x="125016" y="133945"/>
                </a:cubicBezTo>
                <a:lnTo>
                  <a:pt x="40184" y="133945"/>
                </a:lnTo>
                <a:close/>
                <a:moveTo>
                  <a:pt x="105203" y="87344"/>
                </a:moveTo>
                <a:cubicBezTo>
                  <a:pt x="107826" y="84720"/>
                  <a:pt x="107826" y="80479"/>
                  <a:pt x="105203" y="77884"/>
                </a:cubicBezTo>
                <a:cubicBezTo>
                  <a:pt x="102580" y="75288"/>
                  <a:pt x="98338" y="75261"/>
                  <a:pt x="95743" y="77884"/>
                </a:cubicBezTo>
                <a:lnTo>
                  <a:pt x="87092" y="86534"/>
                </a:lnTo>
                <a:lnTo>
                  <a:pt x="87092" y="58043"/>
                </a:lnTo>
                <a:cubicBezTo>
                  <a:pt x="87092" y="54332"/>
                  <a:pt x="84106" y="51346"/>
                  <a:pt x="80395" y="51346"/>
                </a:cubicBezTo>
                <a:cubicBezTo>
                  <a:pt x="76684" y="51346"/>
                  <a:pt x="73698" y="54332"/>
                  <a:pt x="73698" y="58043"/>
                </a:cubicBezTo>
                <a:lnTo>
                  <a:pt x="73698" y="86534"/>
                </a:lnTo>
                <a:lnTo>
                  <a:pt x="65047" y="77884"/>
                </a:lnTo>
                <a:cubicBezTo>
                  <a:pt x="62424" y="75261"/>
                  <a:pt x="58182" y="75261"/>
                  <a:pt x="55587" y="77884"/>
                </a:cubicBezTo>
                <a:cubicBezTo>
                  <a:pt x="52992" y="80507"/>
                  <a:pt x="52964" y="84748"/>
                  <a:pt x="55587" y="87344"/>
                </a:cubicBezTo>
                <a:lnTo>
                  <a:pt x="75679" y="107435"/>
                </a:lnTo>
                <a:cubicBezTo>
                  <a:pt x="78302" y="110058"/>
                  <a:pt x="82544" y="110058"/>
                  <a:pt x="85139" y="107435"/>
                </a:cubicBezTo>
                <a:lnTo>
                  <a:pt x="105231" y="87344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083" y="3030141"/>
            <a:ext cx="83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API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55083" y="3220641"/>
            <a:ext cx="82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acquisition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42333" y="3442891"/>
            <a:ext cx="336550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dataset download and synchronization from Kaggle platform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10761" y="1448594"/>
            <a:ext cx="3762375" cy="2579688"/>
          </a:xfrm>
          <a:custGeom>
            <a:avLst/>
            <a:gdLst/>
            <a:ahLst/>
            <a:cxnLst/>
            <a:rect l="l" t="t" r="r" b="b"/>
            <a:pathLst>
              <a:path w="3762375" h="2579688">
                <a:moveTo>
                  <a:pt x="95242" y="0"/>
                </a:moveTo>
                <a:lnTo>
                  <a:pt x="3667133" y="0"/>
                </a:lnTo>
                <a:cubicBezTo>
                  <a:pt x="3719734" y="0"/>
                  <a:pt x="3762375" y="42641"/>
                  <a:pt x="3762375" y="95242"/>
                </a:cubicBezTo>
                <a:lnTo>
                  <a:pt x="3762375" y="2484445"/>
                </a:lnTo>
                <a:cubicBezTo>
                  <a:pt x="3762375" y="2537046"/>
                  <a:pt x="3719734" y="2579688"/>
                  <a:pt x="3667133" y="2579688"/>
                </a:cubicBezTo>
                <a:lnTo>
                  <a:pt x="95242" y="2579688"/>
                </a:lnTo>
                <a:cubicBezTo>
                  <a:pt x="42641" y="2579688"/>
                  <a:pt x="0" y="2537046"/>
                  <a:pt x="0" y="2484445"/>
                </a:cubicBezTo>
                <a:lnTo>
                  <a:pt x="0" y="95242"/>
                </a:lnTo>
                <a:cubicBezTo>
                  <a:pt x="0" y="42677"/>
                  <a:pt x="42677" y="0"/>
                  <a:pt x="95242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1729" y="1579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25073" y="16748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46" name="Text 44"/>
          <p:cNvSpPr/>
          <p:nvPr/>
        </p:nvSpPr>
        <p:spPr>
          <a:xfrm>
            <a:off x="8717979" y="1579563"/>
            <a:ext cx="94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03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17979" y="1738313"/>
            <a:ext cx="96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41729" y="2055813"/>
            <a:ext cx="3500438" cy="785813"/>
          </a:xfrm>
          <a:custGeom>
            <a:avLst/>
            <a:gdLst/>
            <a:ahLst/>
            <a:cxnLst/>
            <a:rect l="l" t="t" r="r" b="b"/>
            <a:pathLst>
              <a:path w="3500438" h="785813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722311"/>
                </a:lnTo>
                <a:cubicBezTo>
                  <a:pt x="3500438" y="757382"/>
                  <a:pt x="3472007" y="785813"/>
                  <a:pt x="3436936" y="785813"/>
                </a:cubicBezTo>
                <a:lnTo>
                  <a:pt x="63502" y="785813"/>
                </a:lnTo>
                <a:cubicBezTo>
                  <a:pt x="28431" y="785813"/>
                  <a:pt x="0" y="757382"/>
                  <a:pt x="0" y="722311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336979" y="2166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26276" y="2254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51" name="Text 49"/>
          <p:cNvSpPr/>
          <p:nvPr/>
        </p:nvSpPr>
        <p:spPr>
          <a:xfrm>
            <a:off x="8749729" y="2151063"/>
            <a:ext cx="89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Plotly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49729" y="2341563"/>
            <a:ext cx="889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36979" y="2563813"/>
            <a:ext cx="33655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dynamic, web-based visualizations with rich interactivity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41729" y="2934891"/>
            <a:ext cx="3500438" cy="968375"/>
          </a:xfrm>
          <a:custGeom>
            <a:avLst/>
            <a:gdLst/>
            <a:ahLst/>
            <a:cxnLst/>
            <a:rect l="l" t="t" r="r" b="b"/>
            <a:pathLst>
              <a:path w="3500438" h="968375">
                <a:moveTo>
                  <a:pt x="63496" y="0"/>
                </a:moveTo>
                <a:lnTo>
                  <a:pt x="3436941" y="0"/>
                </a:lnTo>
                <a:cubicBezTo>
                  <a:pt x="3472009" y="0"/>
                  <a:pt x="3500438" y="28428"/>
                  <a:pt x="3500438" y="63496"/>
                </a:cubicBezTo>
                <a:lnTo>
                  <a:pt x="3500438" y="904879"/>
                </a:lnTo>
                <a:cubicBezTo>
                  <a:pt x="3500438" y="939947"/>
                  <a:pt x="3472009" y="968375"/>
                  <a:pt x="3436941" y="968375"/>
                </a:cubicBezTo>
                <a:lnTo>
                  <a:pt x="63496" y="968375"/>
                </a:lnTo>
                <a:cubicBezTo>
                  <a:pt x="28428" y="968375"/>
                  <a:pt x="0" y="939947"/>
                  <a:pt x="0" y="90487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36979" y="304601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26276" y="313332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98227"/>
                </a:lnTo>
                <a:cubicBezTo>
                  <a:pt x="0" y="108077"/>
                  <a:pt x="8009" y="116086"/>
                  <a:pt x="17859" y="116086"/>
                </a:cubicBezTo>
                <a:lnTo>
                  <a:pt x="58043" y="116086"/>
                </a:lnTo>
                <a:lnTo>
                  <a:pt x="53578" y="129480"/>
                </a:lnTo>
                <a:lnTo>
                  <a:pt x="33486" y="129480"/>
                </a:lnTo>
                <a:cubicBezTo>
                  <a:pt x="29775" y="129480"/>
                  <a:pt x="26789" y="132466"/>
                  <a:pt x="26789" y="136178"/>
                </a:cubicBezTo>
                <a:cubicBezTo>
                  <a:pt x="26789" y="139889"/>
                  <a:pt x="29775" y="142875"/>
                  <a:pt x="33486" y="142875"/>
                </a:cubicBezTo>
                <a:lnTo>
                  <a:pt x="109389" y="142875"/>
                </a:lnTo>
                <a:cubicBezTo>
                  <a:pt x="113100" y="142875"/>
                  <a:pt x="116086" y="139889"/>
                  <a:pt x="116086" y="136178"/>
                </a:cubicBezTo>
                <a:cubicBezTo>
                  <a:pt x="116086" y="132466"/>
                  <a:pt x="113100" y="129480"/>
                  <a:pt x="109389" y="129480"/>
                </a:cubicBezTo>
                <a:lnTo>
                  <a:pt x="89297" y="129480"/>
                </a:lnTo>
                <a:lnTo>
                  <a:pt x="84832" y="116086"/>
                </a:lnTo>
                <a:lnTo>
                  <a:pt x="125016" y="116086"/>
                </a:lnTo>
                <a:cubicBezTo>
                  <a:pt x="134866" y="116086"/>
                  <a:pt x="142875" y="108077"/>
                  <a:pt x="142875" y="98227"/>
                </a:cubicBezTo>
                <a:lnTo>
                  <a:pt x="142875" y="26789"/>
                </a:lnTo>
                <a:cubicBezTo>
                  <a:pt x="142875" y="16939"/>
                  <a:pt x="134866" y="8930"/>
                  <a:pt x="125016" y="8930"/>
                </a:cubicBezTo>
                <a:lnTo>
                  <a:pt x="17859" y="8930"/>
                </a:lnTo>
                <a:close/>
                <a:moveTo>
                  <a:pt x="26789" y="26789"/>
                </a:move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lnTo>
                  <a:pt x="125016" y="80367"/>
                </a:lnTo>
                <a:cubicBezTo>
                  <a:pt x="125016" y="85306"/>
                  <a:pt x="121025" y="89297"/>
                  <a:pt x="116086" y="89297"/>
                </a:cubicBezTo>
                <a:lnTo>
                  <a:pt x="26789" y="89297"/>
                </a:lnTo>
                <a:cubicBezTo>
                  <a:pt x="21850" y="89297"/>
                  <a:pt x="17859" y="85306"/>
                  <a:pt x="17859" y="80367"/>
                </a:cubicBezTo>
                <a:lnTo>
                  <a:pt x="17859" y="35719"/>
                </a:lnTo>
                <a:cubicBezTo>
                  <a:pt x="17859" y="30780"/>
                  <a:pt x="21850" y="26789"/>
                  <a:pt x="26789" y="26789"/>
                </a:cubicBez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57" name="Text 55"/>
          <p:cNvSpPr/>
          <p:nvPr/>
        </p:nvSpPr>
        <p:spPr>
          <a:xfrm>
            <a:off x="8749729" y="3030141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49729" y="3220641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framework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36979" y="3442891"/>
            <a:ext cx="336550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development of interactive web applications for data presentation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090917" y="4772422"/>
            <a:ext cx="3651250" cy="1666875"/>
          </a:xfrm>
          <a:custGeom>
            <a:avLst/>
            <a:gdLst/>
            <a:ahLst/>
            <a:cxnLst/>
            <a:rect l="l" t="t" r="r" b="b"/>
            <a:pathLst>
              <a:path w="3651250" h="1666875">
                <a:moveTo>
                  <a:pt x="63508" y="0"/>
                </a:moveTo>
                <a:lnTo>
                  <a:pt x="3587742" y="0"/>
                </a:lnTo>
                <a:cubicBezTo>
                  <a:pt x="3622817" y="0"/>
                  <a:pt x="3651250" y="28433"/>
                  <a:pt x="3651250" y="63508"/>
                </a:cubicBezTo>
                <a:lnTo>
                  <a:pt x="3651250" y="1603367"/>
                </a:lnTo>
                <a:cubicBezTo>
                  <a:pt x="3651250" y="1638442"/>
                  <a:pt x="3622817" y="1666875"/>
                  <a:pt x="3587742" y="1666875"/>
                </a:cubicBezTo>
                <a:lnTo>
                  <a:pt x="63508" y="1666875"/>
                </a:lnTo>
                <a:cubicBezTo>
                  <a:pt x="28433" y="1666875"/>
                  <a:pt x="0" y="1638442"/>
                  <a:pt x="0" y="1603367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2472" y="736315"/>
            <a:ext cx="11661169" cy="34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1-2: Foundation &amp;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2472" y="1113034"/>
            <a:ext cx="11584112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Establishing data infrastructure and analytical framework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472" y="1421258"/>
            <a:ext cx="821933" cy="34247"/>
          </a:xfrm>
          <a:custGeom>
            <a:avLst/>
            <a:gdLst/>
            <a:ahLst/>
            <a:cxnLst/>
            <a:rect l="l" t="t" r="r" b="b"/>
            <a:pathLst>
              <a:path w="821933" h="34247">
                <a:moveTo>
                  <a:pt x="0" y="0"/>
                </a:moveTo>
                <a:lnTo>
                  <a:pt x="821933" y="0"/>
                </a:lnTo>
                <a:lnTo>
                  <a:pt x="821933" y="34247"/>
                </a:lnTo>
                <a:lnTo>
                  <a:pt x="0" y="34247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346753" y="1528281"/>
            <a:ext cx="5676472" cy="4443573"/>
          </a:xfrm>
          <a:custGeom>
            <a:avLst/>
            <a:gdLst/>
            <a:ahLst/>
            <a:cxnLst/>
            <a:rect l="l" t="t" r="r" b="b"/>
            <a:pathLst>
              <a:path w="5676472" h="4443573">
                <a:moveTo>
                  <a:pt x="102735" y="0"/>
                </a:moveTo>
                <a:lnTo>
                  <a:pt x="5573737" y="0"/>
                </a:lnTo>
                <a:cubicBezTo>
                  <a:pt x="5630476" y="0"/>
                  <a:pt x="5676472" y="45996"/>
                  <a:pt x="5676472" y="102735"/>
                </a:cubicBezTo>
                <a:lnTo>
                  <a:pt x="5676472" y="4340838"/>
                </a:lnTo>
                <a:cubicBezTo>
                  <a:pt x="5676472" y="4397577"/>
                  <a:pt x="5630476" y="4443573"/>
                  <a:pt x="5573737" y="4443573"/>
                </a:cubicBezTo>
                <a:lnTo>
                  <a:pt x="102735" y="4443573"/>
                </a:lnTo>
                <a:cubicBezTo>
                  <a:pt x="45996" y="4443573"/>
                  <a:pt x="0" y="4397577"/>
                  <a:pt x="0" y="4340838"/>
                </a:cubicBezTo>
                <a:lnTo>
                  <a:pt x="0" y="102735"/>
                </a:lnTo>
                <a:cubicBezTo>
                  <a:pt x="0" y="46034"/>
                  <a:pt x="46034" y="0"/>
                  <a:pt x="102735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8022" y="1669551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102742" y="0"/>
                </a:moveTo>
                <a:lnTo>
                  <a:pt x="308225" y="0"/>
                </a:lnTo>
                <a:cubicBezTo>
                  <a:pt x="364967" y="0"/>
                  <a:pt x="410966" y="45999"/>
                  <a:pt x="410966" y="102742"/>
                </a:cubicBezTo>
                <a:lnTo>
                  <a:pt x="410966" y="308225"/>
                </a:lnTo>
                <a:cubicBezTo>
                  <a:pt x="410966" y="364967"/>
                  <a:pt x="364967" y="410966"/>
                  <a:pt x="308225" y="410966"/>
                </a:cubicBezTo>
                <a:lnTo>
                  <a:pt x="102742" y="410966"/>
                </a:lnTo>
                <a:cubicBezTo>
                  <a:pt x="45999" y="410966"/>
                  <a:pt x="0" y="364967"/>
                  <a:pt x="0" y="308225"/>
                </a:cubicBezTo>
                <a:lnTo>
                  <a:pt x="0" y="102742"/>
                </a:lnTo>
                <a:cubicBezTo>
                  <a:pt x="0" y="45999"/>
                  <a:pt x="45999" y="0"/>
                  <a:pt x="102742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0731" y="1738045"/>
            <a:ext cx="368157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4A90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1730" y="1669551"/>
            <a:ext cx="131851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1-2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1730" y="1840787"/>
            <a:ext cx="1344202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8022" y="2183258"/>
            <a:ext cx="5393933" cy="2071955"/>
          </a:xfrm>
          <a:custGeom>
            <a:avLst/>
            <a:gdLst/>
            <a:ahLst/>
            <a:cxnLst/>
            <a:rect l="l" t="t" r="r" b="b"/>
            <a:pathLst>
              <a:path w="5393933" h="2071955">
                <a:moveTo>
                  <a:pt x="68499" y="0"/>
                </a:moveTo>
                <a:lnTo>
                  <a:pt x="5325434" y="0"/>
                </a:lnTo>
                <a:cubicBezTo>
                  <a:pt x="5363265" y="0"/>
                  <a:pt x="5393933" y="30668"/>
                  <a:pt x="5393933" y="68499"/>
                </a:cubicBezTo>
                <a:lnTo>
                  <a:pt x="5393933" y="2003456"/>
                </a:lnTo>
                <a:cubicBezTo>
                  <a:pt x="5393933" y="2041287"/>
                  <a:pt x="5363265" y="2071955"/>
                  <a:pt x="5325434" y="2071955"/>
                </a:cubicBezTo>
                <a:lnTo>
                  <a:pt x="68499" y="2071955"/>
                </a:lnTo>
                <a:cubicBezTo>
                  <a:pt x="30668" y="2071955"/>
                  <a:pt x="0" y="2041287"/>
                  <a:pt x="0" y="2003456"/>
                </a:cubicBezTo>
                <a:lnTo>
                  <a:pt x="0" y="68499"/>
                </a:lnTo>
                <a:cubicBezTo>
                  <a:pt x="0" y="30693"/>
                  <a:pt x="30693" y="0"/>
                  <a:pt x="6849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0764" y="2303124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35799" y="9712"/>
                </a:moveTo>
                <a:cubicBezTo>
                  <a:pt x="38715" y="11746"/>
                  <a:pt x="39411" y="15759"/>
                  <a:pt x="37378" y="18649"/>
                </a:cubicBezTo>
                <a:lnTo>
                  <a:pt x="22394" y="40053"/>
                </a:lnTo>
                <a:cubicBezTo>
                  <a:pt x="21297" y="41605"/>
                  <a:pt x="19585" y="42595"/>
                  <a:pt x="17685" y="42755"/>
                </a:cubicBezTo>
                <a:cubicBezTo>
                  <a:pt x="15786" y="42916"/>
                  <a:pt x="13913" y="42274"/>
                  <a:pt x="12575" y="40936"/>
                </a:cubicBezTo>
                <a:lnTo>
                  <a:pt x="1873" y="30234"/>
                </a:lnTo>
                <a:cubicBezTo>
                  <a:pt x="-615" y="27719"/>
                  <a:pt x="-615" y="23652"/>
                  <a:pt x="1873" y="21137"/>
                </a:cubicBezTo>
                <a:cubicBezTo>
                  <a:pt x="4361" y="18622"/>
                  <a:pt x="8455" y="18649"/>
                  <a:pt x="10970" y="21137"/>
                </a:cubicBezTo>
                <a:lnTo>
                  <a:pt x="16267" y="26435"/>
                </a:lnTo>
                <a:lnTo>
                  <a:pt x="26863" y="11291"/>
                </a:lnTo>
                <a:cubicBezTo>
                  <a:pt x="28896" y="8375"/>
                  <a:pt x="32909" y="7679"/>
                  <a:pt x="35799" y="9712"/>
                </a:cubicBezTo>
                <a:close/>
                <a:moveTo>
                  <a:pt x="35799" y="52521"/>
                </a:moveTo>
                <a:cubicBezTo>
                  <a:pt x="38715" y="54555"/>
                  <a:pt x="39411" y="58568"/>
                  <a:pt x="37378" y="61458"/>
                </a:cubicBezTo>
                <a:lnTo>
                  <a:pt x="22394" y="82862"/>
                </a:lnTo>
                <a:cubicBezTo>
                  <a:pt x="21297" y="84414"/>
                  <a:pt x="19585" y="85404"/>
                  <a:pt x="17685" y="85564"/>
                </a:cubicBezTo>
                <a:cubicBezTo>
                  <a:pt x="15786" y="85725"/>
                  <a:pt x="13913" y="85083"/>
                  <a:pt x="12575" y="83745"/>
                </a:cubicBezTo>
                <a:lnTo>
                  <a:pt x="1873" y="73043"/>
                </a:lnTo>
                <a:cubicBezTo>
                  <a:pt x="-642" y="70528"/>
                  <a:pt x="-642" y="66461"/>
                  <a:pt x="1873" y="63973"/>
                </a:cubicBezTo>
                <a:cubicBezTo>
                  <a:pt x="4388" y="61484"/>
                  <a:pt x="8455" y="61458"/>
                  <a:pt x="10943" y="63973"/>
                </a:cubicBezTo>
                <a:lnTo>
                  <a:pt x="16241" y="69270"/>
                </a:lnTo>
                <a:lnTo>
                  <a:pt x="26836" y="54127"/>
                </a:lnTo>
                <a:cubicBezTo>
                  <a:pt x="28869" y="51210"/>
                  <a:pt x="32883" y="50515"/>
                  <a:pt x="35772" y="52548"/>
                </a:cubicBezTo>
                <a:close/>
                <a:moveTo>
                  <a:pt x="59933" y="25685"/>
                </a:moveTo>
                <a:cubicBezTo>
                  <a:pt x="59933" y="20950"/>
                  <a:pt x="63759" y="17124"/>
                  <a:pt x="68494" y="17124"/>
                </a:cubicBezTo>
                <a:lnTo>
                  <a:pt x="128427" y="17124"/>
                </a:lnTo>
                <a:cubicBezTo>
                  <a:pt x="133163" y="17124"/>
                  <a:pt x="136989" y="20950"/>
                  <a:pt x="136989" y="25685"/>
                </a:cubicBezTo>
                <a:cubicBezTo>
                  <a:pt x="136989" y="30421"/>
                  <a:pt x="133163" y="34247"/>
                  <a:pt x="128427" y="34247"/>
                </a:cubicBezTo>
                <a:lnTo>
                  <a:pt x="68494" y="34247"/>
                </a:lnTo>
                <a:cubicBezTo>
                  <a:pt x="63759" y="34247"/>
                  <a:pt x="59933" y="30421"/>
                  <a:pt x="59933" y="25685"/>
                </a:cubicBezTo>
                <a:close/>
                <a:moveTo>
                  <a:pt x="59933" y="68494"/>
                </a:moveTo>
                <a:cubicBezTo>
                  <a:pt x="59933" y="63759"/>
                  <a:pt x="63759" y="59933"/>
                  <a:pt x="68494" y="59933"/>
                </a:cubicBezTo>
                <a:lnTo>
                  <a:pt x="128427" y="59933"/>
                </a:lnTo>
                <a:cubicBezTo>
                  <a:pt x="133163" y="59933"/>
                  <a:pt x="136989" y="63759"/>
                  <a:pt x="136989" y="68494"/>
                </a:cubicBezTo>
                <a:cubicBezTo>
                  <a:pt x="136989" y="73230"/>
                  <a:pt x="133163" y="77056"/>
                  <a:pt x="128427" y="77056"/>
                </a:cubicBezTo>
                <a:lnTo>
                  <a:pt x="68494" y="77056"/>
                </a:lnTo>
                <a:cubicBezTo>
                  <a:pt x="63759" y="77056"/>
                  <a:pt x="59933" y="73230"/>
                  <a:pt x="59933" y="68494"/>
                </a:cubicBezTo>
                <a:close/>
                <a:moveTo>
                  <a:pt x="42809" y="111303"/>
                </a:moveTo>
                <a:cubicBezTo>
                  <a:pt x="42809" y="106568"/>
                  <a:pt x="46635" y="102742"/>
                  <a:pt x="51371" y="102742"/>
                </a:cubicBezTo>
                <a:lnTo>
                  <a:pt x="128427" y="102742"/>
                </a:lnTo>
                <a:cubicBezTo>
                  <a:pt x="133163" y="102742"/>
                  <a:pt x="136989" y="106568"/>
                  <a:pt x="136989" y="111303"/>
                </a:cubicBezTo>
                <a:cubicBezTo>
                  <a:pt x="136989" y="116039"/>
                  <a:pt x="133163" y="119865"/>
                  <a:pt x="128427" y="119865"/>
                </a:cubicBezTo>
                <a:lnTo>
                  <a:pt x="51371" y="119865"/>
                </a:lnTo>
                <a:cubicBezTo>
                  <a:pt x="46635" y="119865"/>
                  <a:pt x="42809" y="116039"/>
                  <a:pt x="42809" y="111303"/>
                </a:cubicBezTo>
                <a:close/>
                <a:moveTo>
                  <a:pt x="17124" y="100601"/>
                </a:moveTo>
                <a:cubicBezTo>
                  <a:pt x="23030" y="100601"/>
                  <a:pt x="27826" y="105397"/>
                  <a:pt x="27826" y="111303"/>
                </a:cubicBezTo>
                <a:cubicBezTo>
                  <a:pt x="27826" y="117210"/>
                  <a:pt x="23030" y="122006"/>
                  <a:pt x="17124" y="122006"/>
                </a:cubicBezTo>
                <a:cubicBezTo>
                  <a:pt x="11217" y="122006"/>
                  <a:pt x="6421" y="117210"/>
                  <a:pt x="6421" y="111303"/>
                </a:cubicBezTo>
                <a:cubicBezTo>
                  <a:pt x="6421" y="105397"/>
                  <a:pt x="11217" y="100601"/>
                  <a:pt x="17124" y="100601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4" name="Text 12"/>
          <p:cNvSpPr/>
          <p:nvPr/>
        </p:nvSpPr>
        <p:spPr>
          <a:xfrm>
            <a:off x="813371" y="2268876"/>
            <a:ext cx="650697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Tasks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3640" y="2559978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466" y="2525730"/>
            <a:ext cx="3099371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Global Weather Repository dataset from Kaggle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3640" y="2799708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466" y="2765461"/>
            <a:ext cx="2448674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up project environment and dependencies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3640" y="3039438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466" y="3005191"/>
            <a:ext cx="2688404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Inspect dataset structure, data types, and variables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3640" y="3279169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466" y="3244921"/>
            <a:ext cx="284251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missing values, anomalies, and coverage gaps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3640" y="3518899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466" y="3484652"/>
            <a:ext cx="2354494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missing entries and inconsistent data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3640" y="3758629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466" y="3724382"/>
            <a:ext cx="186647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units and normalize values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3640" y="3998360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466" y="3964112"/>
            <a:ext cx="228600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data (daily → monthly averages)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8022" y="4323708"/>
            <a:ext cx="5393933" cy="821933"/>
          </a:xfrm>
          <a:custGeom>
            <a:avLst/>
            <a:gdLst/>
            <a:ahLst/>
            <a:cxnLst/>
            <a:rect l="l" t="t" r="r" b="b"/>
            <a:pathLst>
              <a:path w="5393933" h="821933">
                <a:moveTo>
                  <a:pt x="68492" y="0"/>
                </a:moveTo>
                <a:lnTo>
                  <a:pt x="5325441" y="0"/>
                </a:lnTo>
                <a:cubicBezTo>
                  <a:pt x="5363268" y="0"/>
                  <a:pt x="5393933" y="30665"/>
                  <a:pt x="5393933" y="68492"/>
                </a:cubicBezTo>
                <a:lnTo>
                  <a:pt x="5393933" y="753441"/>
                </a:lnTo>
                <a:cubicBezTo>
                  <a:pt x="5393933" y="791268"/>
                  <a:pt x="5363268" y="821933"/>
                  <a:pt x="5325441" y="821933"/>
                </a:cubicBezTo>
                <a:lnTo>
                  <a:pt x="68492" y="821933"/>
                </a:lnTo>
                <a:cubicBezTo>
                  <a:pt x="30665" y="821933"/>
                  <a:pt x="0" y="791268"/>
                  <a:pt x="0" y="753441"/>
                </a:cubicBezTo>
                <a:lnTo>
                  <a:pt x="0" y="68492"/>
                </a:lnTo>
                <a:cubicBezTo>
                  <a:pt x="0" y="30690"/>
                  <a:pt x="30690" y="0"/>
                  <a:pt x="68492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9326" y="4443573"/>
            <a:ext cx="119865" cy="136989"/>
          </a:xfrm>
          <a:custGeom>
            <a:avLst/>
            <a:gdLst/>
            <a:ahLst/>
            <a:cxnLst/>
            <a:rect l="l" t="t" r="r" b="b"/>
            <a:pathLst>
              <a:path w="119865" h="136989">
                <a:moveTo>
                  <a:pt x="98835" y="34247"/>
                </a:moveTo>
                <a:lnTo>
                  <a:pt x="89658" y="21404"/>
                </a:lnTo>
                <a:lnTo>
                  <a:pt x="30234" y="21404"/>
                </a:lnTo>
                <a:lnTo>
                  <a:pt x="21057" y="34247"/>
                </a:lnTo>
                <a:lnTo>
                  <a:pt x="98835" y="34247"/>
                </a:lnTo>
                <a:close/>
                <a:moveTo>
                  <a:pt x="0" y="39732"/>
                </a:moveTo>
                <a:cubicBezTo>
                  <a:pt x="0" y="36174"/>
                  <a:pt x="1124" y="32695"/>
                  <a:pt x="3184" y="29779"/>
                </a:cubicBezTo>
                <a:lnTo>
                  <a:pt x="16294" y="11451"/>
                </a:lnTo>
                <a:cubicBezTo>
                  <a:pt x="19505" y="6956"/>
                  <a:pt x="24695" y="4281"/>
                  <a:pt x="30207" y="4281"/>
                </a:cubicBezTo>
                <a:lnTo>
                  <a:pt x="89631" y="4281"/>
                </a:lnTo>
                <a:cubicBezTo>
                  <a:pt x="95170" y="4281"/>
                  <a:pt x="100360" y="6956"/>
                  <a:pt x="103571" y="11451"/>
                </a:cubicBezTo>
                <a:lnTo>
                  <a:pt x="116654" y="29779"/>
                </a:lnTo>
                <a:cubicBezTo>
                  <a:pt x="118741" y="32695"/>
                  <a:pt x="119838" y="36174"/>
                  <a:pt x="119838" y="39732"/>
                </a:cubicBezTo>
                <a:lnTo>
                  <a:pt x="119865" y="111303"/>
                </a:lnTo>
                <a:cubicBezTo>
                  <a:pt x="119865" y="120748"/>
                  <a:pt x="112186" y="128427"/>
                  <a:pt x="102742" y="128427"/>
                </a:cubicBezTo>
                <a:lnTo>
                  <a:pt x="17124" y="128427"/>
                </a:lnTo>
                <a:cubicBezTo>
                  <a:pt x="7679" y="128427"/>
                  <a:pt x="0" y="120748"/>
                  <a:pt x="0" y="111303"/>
                </a:cubicBezTo>
                <a:lnTo>
                  <a:pt x="0" y="39732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31" name="Text 29"/>
          <p:cNvSpPr/>
          <p:nvPr/>
        </p:nvSpPr>
        <p:spPr>
          <a:xfrm>
            <a:off x="813371" y="4409326"/>
            <a:ext cx="744876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3640" y="4666180"/>
            <a:ext cx="5282629" cy="39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Cleaned and preprocessed dataset with summary document outlining data schema, key variables, and quality issues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8022" y="5209854"/>
            <a:ext cx="5393933" cy="625011"/>
          </a:xfrm>
          <a:custGeom>
            <a:avLst/>
            <a:gdLst/>
            <a:ahLst/>
            <a:cxnLst/>
            <a:rect l="l" t="t" r="r" b="b"/>
            <a:pathLst>
              <a:path w="5393933" h="625011">
                <a:moveTo>
                  <a:pt x="68495" y="0"/>
                </a:moveTo>
                <a:lnTo>
                  <a:pt x="5325438" y="0"/>
                </a:lnTo>
                <a:cubicBezTo>
                  <a:pt x="5363266" y="0"/>
                  <a:pt x="5393933" y="30666"/>
                  <a:pt x="5393933" y="68495"/>
                </a:cubicBezTo>
                <a:lnTo>
                  <a:pt x="5393933" y="556516"/>
                </a:lnTo>
                <a:cubicBezTo>
                  <a:pt x="5393933" y="594345"/>
                  <a:pt x="5363266" y="625011"/>
                  <a:pt x="5325438" y="625011"/>
                </a:cubicBezTo>
                <a:lnTo>
                  <a:pt x="68495" y="625011"/>
                </a:lnTo>
                <a:cubicBezTo>
                  <a:pt x="30666" y="625011"/>
                  <a:pt x="0" y="594345"/>
                  <a:pt x="0" y="556516"/>
                </a:cubicBezTo>
                <a:lnTo>
                  <a:pt x="0" y="68495"/>
                </a:lnTo>
                <a:cubicBezTo>
                  <a:pt x="0" y="30666"/>
                  <a:pt x="30666" y="0"/>
                  <a:pt x="68495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7888" y="5329719"/>
            <a:ext cx="102742" cy="136989"/>
          </a:xfrm>
          <a:custGeom>
            <a:avLst/>
            <a:gdLst/>
            <a:ahLst/>
            <a:cxnLst/>
            <a:rect l="l" t="t" r="r" b="b"/>
            <a:pathLst>
              <a:path w="102742" h="136989">
                <a:moveTo>
                  <a:pt x="66862" y="17873"/>
                </a:moveTo>
                <a:cubicBezTo>
                  <a:pt x="69645" y="14047"/>
                  <a:pt x="68789" y="8696"/>
                  <a:pt x="64963" y="5913"/>
                </a:cubicBezTo>
                <a:cubicBezTo>
                  <a:pt x="61137" y="3130"/>
                  <a:pt x="55785" y="3987"/>
                  <a:pt x="53003" y="7813"/>
                </a:cubicBezTo>
                <a:lnTo>
                  <a:pt x="24642" y="46796"/>
                </a:lnTo>
                <a:lnTo>
                  <a:pt x="14609" y="36762"/>
                </a:lnTo>
                <a:cubicBezTo>
                  <a:pt x="11264" y="33418"/>
                  <a:pt x="5833" y="33418"/>
                  <a:pt x="2488" y="36762"/>
                </a:cubicBezTo>
                <a:cubicBezTo>
                  <a:pt x="-856" y="40107"/>
                  <a:pt x="-856" y="45538"/>
                  <a:pt x="2488" y="48883"/>
                </a:cubicBezTo>
                <a:lnTo>
                  <a:pt x="19612" y="66006"/>
                </a:lnTo>
                <a:cubicBezTo>
                  <a:pt x="21378" y="67772"/>
                  <a:pt x="23839" y="68682"/>
                  <a:pt x="26328" y="68494"/>
                </a:cubicBezTo>
                <a:cubicBezTo>
                  <a:pt x="28816" y="68307"/>
                  <a:pt x="31117" y="67023"/>
                  <a:pt x="32588" y="64989"/>
                </a:cubicBezTo>
                <a:lnTo>
                  <a:pt x="66836" y="17900"/>
                </a:lnTo>
                <a:close/>
                <a:moveTo>
                  <a:pt x="101109" y="54260"/>
                </a:moveTo>
                <a:cubicBezTo>
                  <a:pt x="103892" y="50434"/>
                  <a:pt x="103036" y="45083"/>
                  <a:pt x="99210" y="42301"/>
                </a:cubicBezTo>
                <a:cubicBezTo>
                  <a:pt x="95384" y="39518"/>
                  <a:pt x="90033" y="40374"/>
                  <a:pt x="87250" y="44200"/>
                </a:cubicBezTo>
                <a:lnTo>
                  <a:pt x="41766" y="106728"/>
                </a:lnTo>
                <a:lnTo>
                  <a:pt x="23170" y="88133"/>
                </a:lnTo>
                <a:cubicBezTo>
                  <a:pt x="19826" y="84789"/>
                  <a:pt x="14395" y="84789"/>
                  <a:pt x="11050" y="88133"/>
                </a:cubicBezTo>
                <a:cubicBezTo>
                  <a:pt x="7706" y="91477"/>
                  <a:pt x="7706" y="96909"/>
                  <a:pt x="11050" y="100253"/>
                </a:cubicBezTo>
                <a:lnTo>
                  <a:pt x="36735" y="125939"/>
                </a:lnTo>
                <a:cubicBezTo>
                  <a:pt x="38501" y="127705"/>
                  <a:pt x="40963" y="128614"/>
                  <a:pt x="43451" y="128427"/>
                </a:cubicBezTo>
                <a:cubicBezTo>
                  <a:pt x="45939" y="128240"/>
                  <a:pt x="48240" y="126955"/>
                  <a:pt x="49712" y="124922"/>
                </a:cubicBezTo>
                <a:lnTo>
                  <a:pt x="101083" y="54287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5" name="Text 33"/>
          <p:cNvSpPr/>
          <p:nvPr/>
        </p:nvSpPr>
        <p:spPr>
          <a:xfrm>
            <a:off x="813371" y="5295472"/>
            <a:ext cx="101029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3640" y="5552326"/>
            <a:ext cx="5282629" cy="19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successfully downloaded, cleaned, and transformed into usable format, ready for analysis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8775" y="1528281"/>
            <a:ext cx="5676472" cy="4443573"/>
          </a:xfrm>
          <a:custGeom>
            <a:avLst/>
            <a:gdLst/>
            <a:ahLst/>
            <a:cxnLst/>
            <a:rect l="l" t="t" r="r" b="b"/>
            <a:pathLst>
              <a:path w="5676472" h="4443573">
                <a:moveTo>
                  <a:pt x="102735" y="0"/>
                </a:moveTo>
                <a:lnTo>
                  <a:pt x="5573737" y="0"/>
                </a:lnTo>
                <a:cubicBezTo>
                  <a:pt x="5630476" y="0"/>
                  <a:pt x="5676472" y="45996"/>
                  <a:pt x="5676472" y="102735"/>
                </a:cubicBezTo>
                <a:lnTo>
                  <a:pt x="5676472" y="4340838"/>
                </a:lnTo>
                <a:cubicBezTo>
                  <a:pt x="5676472" y="4397577"/>
                  <a:pt x="5630476" y="4443573"/>
                  <a:pt x="5573737" y="4443573"/>
                </a:cubicBezTo>
                <a:lnTo>
                  <a:pt x="102735" y="4443573"/>
                </a:lnTo>
                <a:cubicBezTo>
                  <a:pt x="45996" y="4443573"/>
                  <a:pt x="0" y="4397577"/>
                  <a:pt x="0" y="4340838"/>
                </a:cubicBezTo>
                <a:lnTo>
                  <a:pt x="0" y="102735"/>
                </a:lnTo>
                <a:cubicBezTo>
                  <a:pt x="0" y="46034"/>
                  <a:pt x="46034" y="0"/>
                  <a:pt x="102735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10045" y="1669551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102742" y="0"/>
                </a:moveTo>
                <a:lnTo>
                  <a:pt x="308225" y="0"/>
                </a:lnTo>
                <a:cubicBezTo>
                  <a:pt x="364967" y="0"/>
                  <a:pt x="410966" y="45999"/>
                  <a:pt x="410966" y="102742"/>
                </a:cubicBezTo>
                <a:lnTo>
                  <a:pt x="410966" y="308225"/>
                </a:lnTo>
                <a:cubicBezTo>
                  <a:pt x="410966" y="364967"/>
                  <a:pt x="364967" y="410966"/>
                  <a:pt x="308225" y="410966"/>
                </a:cubicBezTo>
                <a:lnTo>
                  <a:pt x="102742" y="410966"/>
                </a:lnTo>
                <a:cubicBezTo>
                  <a:pt x="45999" y="410966"/>
                  <a:pt x="0" y="364967"/>
                  <a:pt x="0" y="308225"/>
                </a:cubicBezTo>
                <a:lnTo>
                  <a:pt x="0" y="102742"/>
                </a:lnTo>
                <a:cubicBezTo>
                  <a:pt x="0" y="45999"/>
                  <a:pt x="45999" y="0"/>
                  <a:pt x="102742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64158" y="1738045"/>
            <a:ext cx="402404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23753" y="1669551"/>
            <a:ext cx="109591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2-4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23753" y="1840787"/>
            <a:ext cx="1121596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Analysis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0045" y="2183258"/>
            <a:ext cx="5393933" cy="1832225"/>
          </a:xfrm>
          <a:custGeom>
            <a:avLst/>
            <a:gdLst/>
            <a:ahLst/>
            <a:cxnLst/>
            <a:rect l="l" t="t" r="r" b="b"/>
            <a:pathLst>
              <a:path w="5393933" h="1832225">
                <a:moveTo>
                  <a:pt x="68489" y="0"/>
                </a:moveTo>
                <a:lnTo>
                  <a:pt x="5325444" y="0"/>
                </a:lnTo>
                <a:cubicBezTo>
                  <a:pt x="5363269" y="0"/>
                  <a:pt x="5393933" y="30663"/>
                  <a:pt x="5393933" y="68489"/>
                </a:cubicBezTo>
                <a:lnTo>
                  <a:pt x="5393933" y="1763736"/>
                </a:lnTo>
                <a:cubicBezTo>
                  <a:pt x="5393933" y="1801561"/>
                  <a:pt x="5363269" y="1832225"/>
                  <a:pt x="5325444" y="1832225"/>
                </a:cubicBezTo>
                <a:lnTo>
                  <a:pt x="68489" y="1832225"/>
                </a:lnTo>
                <a:cubicBezTo>
                  <a:pt x="30663" y="1832225"/>
                  <a:pt x="0" y="1801561"/>
                  <a:pt x="0" y="1763736"/>
                </a:cubicBezTo>
                <a:lnTo>
                  <a:pt x="0" y="68489"/>
                </a:lnTo>
                <a:cubicBezTo>
                  <a:pt x="0" y="30663"/>
                  <a:pt x="30663" y="0"/>
                  <a:pt x="68489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12787" y="2303124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35799" y="9712"/>
                </a:moveTo>
                <a:cubicBezTo>
                  <a:pt x="38715" y="11746"/>
                  <a:pt x="39411" y="15759"/>
                  <a:pt x="37378" y="18649"/>
                </a:cubicBezTo>
                <a:lnTo>
                  <a:pt x="22394" y="40053"/>
                </a:lnTo>
                <a:cubicBezTo>
                  <a:pt x="21297" y="41605"/>
                  <a:pt x="19585" y="42595"/>
                  <a:pt x="17685" y="42755"/>
                </a:cubicBezTo>
                <a:cubicBezTo>
                  <a:pt x="15786" y="42916"/>
                  <a:pt x="13913" y="42274"/>
                  <a:pt x="12575" y="40936"/>
                </a:cubicBezTo>
                <a:lnTo>
                  <a:pt x="1873" y="30234"/>
                </a:lnTo>
                <a:cubicBezTo>
                  <a:pt x="-615" y="27719"/>
                  <a:pt x="-615" y="23652"/>
                  <a:pt x="1873" y="21137"/>
                </a:cubicBezTo>
                <a:cubicBezTo>
                  <a:pt x="4361" y="18622"/>
                  <a:pt x="8455" y="18649"/>
                  <a:pt x="10970" y="21137"/>
                </a:cubicBezTo>
                <a:lnTo>
                  <a:pt x="16267" y="26435"/>
                </a:lnTo>
                <a:lnTo>
                  <a:pt x="26863" y="11291"/>
                </a:lnTo>
                <a:cubicBezTo>
                  <a:pt x="28896" y="8375"/>
                  <a:pt x="32909" y="7679"/>
                  <a:pt x="35799" y="9712"/>
                </a:cubicBezTo>
                <a:close/>
                <a:moveTo>
                  <a:pt x="35799" y="52521"/>
                </a:moveTo>
                <a:cubicBezTo>
                  <a:pt x="38715" y="54555"/>
                  <a:pt x="39411" y="58568"/>
                  <a:pt x="37378" y="61458"/>
                </a:cubicBezTo>
                <a:lnTo>
                  <a:pt x="22394" y="82862"/>
                </a:lnTo>
                <a:cubicBezTo>
                  <a:pt x="21297" y="84414"/>
                  <a:pt x="19585" y="85404"/>
                  <a:pt x="17685" y="85564"/>
                </a:cubicBezTo>
                <a:cubicBezTo>
                  <a:pt x="15786" y="85725"/>
                  <a:pt x="13913" y="85083"/>
                  <a:pt x="12575" y="83745"/>
                </a:cubicBezTo>
                <a:lnTo>
                  <a:pt x="1873" y="73043"/>
                </a:lnTo>
                <a:cubicBezTo>
                  <a:pt x="-642" y="70528"/>
                  <a:pt x="-642" y="66461"/>
                  <a:pt x="1873" y="63973"/>
                </a:cubicBezTo>
                <a:cubicBezTo>
                  <a:pt x="4388" y="61484"/>
                  <a:pt x="8455" y="61458"/>
                  <a:pt x="10943" y="63973"/>
                </a:cubicBezTo>
                <a:lnTo>
                  <a:pt x="16241" y="69270"/>
                </a:lnTo>
                <a:lnTo>
                  <a:pt x="26836" y="54127"/>
                </a:lnTo>
                <a:cubicBezTo>
                  <a:pt x="28869" y="51210"/>
                  <a:pt x="32883" y="50515"/>
                  <a:pt x="35772" y="52548"/>
                </a:cubicBezTo>
                <a:close/>
                <a:moveTo>
                  <a:pt x="59933" y="25685"/>
                </a:moveTo>
                <a:cubicBezTo>
                  <a:pt x="59933" y="20950"/>
                  <a:pt x="63759" y="17124"/>
                  <a:pt x="68494" y="17124"/>
                </a:cubicBezTo>
                <a:lnTo>
                  <a:pt x="128427" y="17124"/>
                </a:lnTo>
                <a:cubicBezTo>
                  <a:pt x="133163" y="17124"/>
                  <a:pt x="136989" y="20950"/>
                  <a:pt x="136989" y="25685"/>
                </a:cubicBezTo>
                <a:cubicBezTo>
                  <a:pt x="136989" y="30421"/>
                  <a:pt x="133163" y="34247"/>
                  <a:pt x="128427" y="34247"/>
                </a:cubicBezTo>
                <a:lnTo>
                  <a:pt x="68494" y="34247"/>
                </a:lnTo>
                <a:cubicBezTo>
                  <a:pt x="63759" y="34247"/>
                  <a:pt x="59933" y="30421"/>
                  <a:pt x="59933" y="25685"/>
                </a:cubicBezTo>
                <a:close/>
                <a:moveTo>
                  <a:pt x="59933" y="68494"/>
                </a:moveTo>
                <a:cubicBezTo>
                  <a:pt x="59933" y="63759"/>
                  <a:pt x="63759" y="59933"/>
                  <a:pt x="68494" y="59933"/>
                </a:cubicBezTo>
                <a:lnTo>
                  <a:pt x="128427" y="59933"/>
                </a:lnTo>
                <a:cubicBezTo>
                  <a:pt x="133163" y="59933"/>
                  <a:pt x="136989" y="63759"/>
                  <a:pt x="136989" y="68494"/>
                </a:cubicBezTo>
                <a:cubicBezTo>
                  <a:pt x="136989" y="73230"/>
                  <a:pt x="133163" y="77056"/>
                  <a:pt x="128427" y="77056"/>
                </a:cubicBezTo>
                <a:lnTo>
                  <a:pt x="68494" y="77056"/>
                </a:lnTo>
                <a:cubicBezTo>
                  <a:pt x="63759" y="77056"/>
                  <a:pt x="59933" y="73230"/>
                  <a:pt x="59933" y="68494"/>
                </a:cubicBezTo>
                <a:close/>
                <a:moveTo>
                  <a:pt x="42809" y="111303"/>
                </a:moveTo>
                <a:cubicBezTo>
                  <a:pt x="42809" y="106568"/>
                  <a:pt x="46635" y="102742"/>
                  <a:pt x="51371" y="102742"/>
                </a:cubicBezTo>
                <a:lnTo>
                  <a:pt x="128427" y="102742"/>
                </a:lnTo>
                <a:cubicBezTo>
                  <a:pt x="133163" y="102742"/>
                  <a:pt x="136989" y="106568"/>
                  <a:pt x="136989" y="111303"/>
                </a:cubicBezTo>
                <a:cubicBezTo>
                  <a:pt x="136989" y="116039"/>
                  <a:pt x="133163" y="119865"/>
                  <a:pt x="128427" y="119865"/>
                </a:cubicBezTo>
                <a:lnTo>
                  <a:pt x="51371" y="119865"/>
                </a:lnTo>
                <a:cubicBezTo>
                  <a:pt x="46635" y="119865"/>
                  <a:pt x="42809" y="116039"/>
                  <a:pt x="42809" y="111303"/>
                </a:cubicBezTo>
                <a:close/>
                <a:moveTo>
                  <a:pt x="17124" y="100601"/>
                </a:moveTo>
                <a:cubicBezTo>
                  <a:pt x="23030" y="100601"/>
                  <a:pt x="27826" y="105397"/>
                  <a:pt x="27826" y="111303"/>
                </a:cubicBezTo>
                <a:cubicBezTo>
                  <a:pt x="27826" y="117210"/>
                  <a:pt x="23030" y="122006"/>
                  <a:pt x="17124" y="122006"/>
                </a:cubicBezTo>
                <a:cubicBezTo>
                  <a:pt x="11217" y="122006"/>
                  <a:pt x="6421" y="117210"/>
                  <a:pt x="6421" y="111303"/>
                </a:cubicBezTo>
                <a:cubicBezTo>
                  <a:pt x="6421" y="105397"/>
                  <a:pt x="11217" y="100601"/>
                  <a:pt x="17124" y="100601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4" name="Text 42"/>
          <p:cNvSpPr/>
          <p:nvPr/>
        </p:nvSpPr>
        <p:spPr>
          <a:xfrm>
            <a:off x="6635393" y="2268876"/>
            <a:ext cx="650697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Tasks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95663" y="2559978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03488" y="2525730"/>
            <a:ext cx="2842517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statistical analysis (distributions, correlations)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95663" y="2799708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3488" y="2765461"/>
            <a:ext cx="252573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seasonal patterns and long-term trends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95663" y="3039438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03488" y="3005191"/>
            <a:ext cx="247436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 extreme weather events and anomalies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95663" y="3279169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03488" y="3244921"/>
            <a:ext cx="2337371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weather conditions across regions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95663" y="3518899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03488" y="3484652"/>
            <a:ext cx="1780854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suitable visualization types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95663" y="3758629"/>
            <a:ext cx="10274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3488" y="3724382"/>
            <a:ext cx="2611348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interactive dashboard layout (wireframes)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10045" y="4083978"/>
            <a:ext cx="5393933" cy="625011"/>
          </a:xfrm>
          <a:custGeom>
            <a:avLst/>
            <a:gdLst/>
            <a:ahLst/>
            <a:cxnLst/>
            <a:rect l="l" t="t" r="r" b="b"/>
            <a:pathLst>
              <a:path w="5393933" h="625011">
                <a:moveTo>
                  <a:pt x="68495" y="0"/>
                </a:moveTo>
                <a:lnTo>
                  <a:pt x="5325438" y="0"/>
                </a:lnTo>
                <a:cubicBezTo>
                  <a:pt x="5363266" y="0"/>
                  <a:pt x="5393933" y="30666"/>
                  <a:pt x="5393933" y="68495"/>
                </a:cubicBezTo>
                <a:lnTo>
                  <a:pt x="5393933" y="556516"/>
                </a:lnTo>
                <a:cubicBezTo>
                  <a:pt x="5393933" y="594345"/>
                  <a:pt x="5363266" y="625011"/>
                  <a:pt x="5325438" y="625011"/>
                </a:cubicBezTo>
                <a:lnTo>
                  <a:pt x="68495" y="625011"/>
                </a:lnTo>
                <a:cubicBezTo>
                  <a:pt x="30666" y="625011"/>
                  <a:pt x="0" y="594345"/>
                  <a:pt x="0" y="556516"/>
                </a:cubicBezTo>
                <a:lnTo>
                  <a:pt x="0" y="68495"/>
                </a:lnTo>
                <a:cubicBezTo>
                  <a:pt x="0" y="30666"/>
                  <a:pt x="30666" y="0"/>
                  <a:pt x="68495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21348" y="4203843"/>
            <a:ext cx="119865" cy="136989"/>
          </a:xfrm>
          <a:custGeom>
            <a:avLst/>
            <a:gdLst/>
            <a:ahLst/>
            <a:cxnLst/>
            <a:rect l="l" t="t" r="r" b="b"/>
            <a:pathLst>
              <a:path w="119865" h="136989">
                <a:moveTo>
                  <a:pt x="98835" y="34247"/>
                </a:moveTo>
                <a:lnTo>
                  <a:pt x="89658" y="21404"/>
                </a:lnTo>
                <a:lnTo>
                  <a:pt x="30234" y="21404"/>
                </a:lnTo>
                <a:lnTo>
                  <a:pt x="21057" y="34247"/>
                </a:lnTo>
                <a:lnTo>
                  <a:pt x="98835" y="34247"/>
                </a:lnTo>
                <a:close/>
                <a:moveTo>
                  <a:pt x="0" y="39732"/>
                </a:moveTo>
                <a:cubicBezTo>
                  <a:pt x="0" y="36174"/>
                  <a:pt x="1124" y="32695"/>
                  <a:pt x="3184" y="29779"/>
                </a:cubicBezTo>
                <a:lnTo>
                  <a:pt x="16294" y="11451"/>
                </a:lnTo>
                <a:cubicBezTo>
                  <a:pt x="19505" y="6956"/>
                  <a:pt x="24695" y="4281"/>
                  <a:pt x="30207" y="4281"/>
                </a:cubicBezTo>
                <a:lnTo>
                  <a:pt x="89631" y="4281"/>
                </a:lnTo>
                <a:cubicBezTo>
                  <a:pt x="95170" y="4281"/>
                  <a:pt x="100360" y="6956"/>
                  <a:pt x="103571" y="11451"/>
                </a:cubicBezTo>
                <a:lnTo>
                  <a:pt x="116654" y="29779"/>
                </a:lnTo>
                <a:cubicBezTo>
                  <a:pt x="118741" y="32695"/>
                  <a:pt x="119838" y="36174"/>
                  <a:pt x="119838" y="39732"/>
                </a:cubicBezTo>
                <a:lnTo>
                  <a:pt x="119865" y="111303"/>
                </a:lnTo>
                <a:cubicBezTo>
                  <a:pt x="119865" y="120748"/>
                  <a:pt x="112186" y="128427"/>
                  <a:pt x="102742" y="128427"/>
                </a:cubicBezTo>
                <a:lnTo>
                  <a:pt x="17124" y="128427"/>
                </a:lnTo>
                <a:cubicBezTo>
                  <a:pt x="7679" y="128427"/>
                  <a:pt x="0" y="120748"/>
                  <a:pt x="0" y="111303"/>
                </a:cubicBezTo>
                <a:lnTo>
                  <a:pt x="0" y="39732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59" name="Text 57"/>
          <p:cNvSpPr/>
          <p:nvPr/>
        </p:nvSpPr>
        <p:spPr>
          <a:xfrm>
            <a:off x="6635393" y="4169596"/>
            <a:ext cx="744876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95663" y="4426449"/>
            <a:ext cx="5282629" cy="19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findings report and dashboard wireframes/mockups with planned visualization choices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10045" y="4775343"/>
            <a:ext cx="5393933" cy="625011"/>
          </a:xfrm>
          <a:custGeom>
            <a:avLst/>
            <a:gdLst/>
            <a:ahLst/>
            <a:cxnLst/>
            <a:rect l="l" t="t" r="r" b="b"/>
            <a:pathLst>
              <a:path w="5393933" h="625011">
                <a:moveTo>
                  <a:pt x="68495" y="0"/>
                </a:moveTo>
                <a:lnTo>
                  <a:pt x="5325438" y="0"/>
                </a:lnTo>
                <a:cubicBezTo>
                  <a:pt x="5363266" y="0"/>
                  <a:pt x="5393933" y="30666"/>
                  <a:pt x="5393933" y="68495"/>
                </a:cubicBezTo>
                <a:lnTo>
                  <a:pt x="5393933" y="556516"/>
                </a:lnTo>
                <a:cubicBezTo>
                  <a:pt x="5393933" y="594345"/>
                  <a:pt x="5363266" y="625011"/>
                  <a:pt x="5325438" y="625011"/>
                </a:cubicBezTo>
                <a:lnTo>
                  <a:pt x="68495" y="625011"/>
                </a:lnTo>
                <a:cubicBezTo>
                  <a:pt x="30666" y="625011"/>
                  <a:pt x="0" y="594345"/>
                  <a:pt x="0" y="556516"/>
                </a:cubicBezTo>
                <a:lnTo>
                  <a:pt x="0" y="68495"/>
                </a:lnTo>
                <a:cubicBezTo>
                  <a:pt x="0" y="30666"/>
                  <a:pt x="30666" y="0"/>
                  <a:pt x="68495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29910" y="4895208"/>
            <a:ext cx="102742" cy="136989"/>
          </a:xfrm>
          <a:custGeom>
            <a:avLst/>
            <a:gdLst/>
            <a:ahLst/>
            <a:cxnLst/>
            <a:rect l="l" t="t" r="r" b="b"/>
            <a:pathLst>
              <a:path w="102742" h="136989">
                <a:moveTo>
                  <a:pt x="66862" y="17873"/>
                </a:moveTo>
                <a:cubicBezTo>
                  <a:pt x="69645" y="14047"/>
                  <a:pt x="68789" y="8696"/>
                  <a:pt x="64963" y="5913"/>
                </a:cubicBezTo>
                <a:cubicBezTo>
                  <a:pt x="61137" y="3130"/>
                  <a:pt x="55785" y="3987"/>
                  <a:pt x="53003" y="7813"/>
                </a:cubicBezTo>
                <a:lnTo>
                  <a:pt x="24642" y="46796"/>
                </a:lnTo>
                <a:lnTo>
                  <a:pt x="14609" y="36762"/>
                </a:lnTo>
                <a:cubicBezTo>
                  <a:pt x="11264" y="33418"/>
                  <a:pt x="5833" y="33418"/>
                  <a:pt x="2488" y="36762"/>
                </a:cubicBezTo>
                <a:cubicBezTo>
                  <a:pt x="-856" y="40107"/>
                  <a:pt x="-856" y="45538"/>
                  <a:pt x="2488" y="48883"/>
                </a:cubicBezTo>
                <a:lnTo>
                  <a:pt x="19612" y="66006"/>
                </a:lnTo>
                <a:cubicBezTo>
                  <a:pt x="21378" y="67772"/>
                  <a:pt x="23839" y="68682"/>
                  <a:pt x="26328" y="68494"/>
                </a:cubicBezTo>
                <a:cubicBezTo>
                  <a:pt x="28816" y="68307"/>
                  <a:pt x="31117" y="67023"/>
                  <a:pt x="32588" y="64989"/>
                </a:cubicBezTo>
                <a:lnTo>
                  <a:pt x="66836" y="17900"/>
                </a:lnTo>
                <a:close/>
                <a:moveTo>
                  <a:pt x="101109" y="54260"/>
                </a:moveTo>
                <a:cubicBezTo>
                  <a:pt x="103892" y="50434"/>
                  <a:pt x="103036" y="45083"/>
                  <a:pt x="99210" y="42301"/>
                </a:cubicBezTo>
                <a:cubicBezTo>
                  <a:pt x="95384" y="39518"/>
                  <a:pt x="90033" y="40374"/>
                  <a:pt x="87250" y="44200"/>
                </a:cubicBezTo>
                <a:lnTo>
                  <a:pt x="41766" y="106728"/>
                </a:lnTo>
                <a:lnTo>
                  <a:pt x="23170" y="88133"/>
                </a:lnTo>
                <a:cubicBezTo>
                  <a:pt x="19826" y="84789"/>
                  <a:pt x="14395" y="84789"/>
                  <a:pt x="11050" y="88133"/>
                </a:cubicBezTo>
                <a:cubicBezTo>
                  <a:pt x="7706" y="91477"/>
                  <a:pt x="7706" y="96909"/>
                  <a:pt x="11050" y="100253"/>
                </a:cubicBezTo>
                <a:lnTo>
                  <a:pt x="36735" y="125939"/>
                </a:lnTo>
                <a:cubicBezTo>
                  <a:pt x="38501" y="127705"/>
                  <a:pt x="40963" y="128614"/>
                  <a:pt x="43451" y="128427"/>
                </a:cubicBezTo>
                <a:cubicBezTo>
                  <a:pt x="45939" y="128240"/>
                  <a:pt x="48240" y="126955"/>
                  <a:pt x="49712" y="124922"/>
                </a:cubicBezTo>
                <a:lnTo>
                  <a:pt x="101083" y="54287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63" name="Text 61"/>
          <p:cNvSpPr/>
          <p:nvPr/>
        </p:nvSpPr>
        <p:spPr>
          <a:xfrm>
            <a:off x="6635393" y="4860961"/>
            <a:ext cx="101029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95663" y="5117815"/>
            <a:ext cx="5282629" cy="196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4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analytical insights documented; dashboard design effectively communicates planned insights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8338" y="791927"/>
            <a:ext cx="11621076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3-4: Development &amp;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8338" y="1197100"/>
            <a:ext cx="11538199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interactive visualizations and finalizing the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338" y="1528604"/>
            <a:ext cx="884012" cy="36834"/>
          </a:xfrm>
          <a:custGeom>
            <a:avLst/>
            <a:gdLst/>
            <a:ahLst/>
            <a:cxnLst/>
            <a:rect l="l" t="t" r="r" b="b"/>
            <a:pathLst>
              <a:path w="884012" h="36834">
                <a:moveTo>
                  <a:pt x="0" y="0"/>
                </a:moveTo>
                <a:lnTo>
                  <a:pt x="884012" y="0"/>
                </a:lnTo>
                <a:lnTo>
                  <a:pt x="884012" y="36834"/>
                </a:lnTo>
                <a:lnTo>
                  <a:pt x="0" y="36834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372943" y="1643710"/>
            <a:ext cx="5644785" cy="4263517"/>
          </a:xfrm>
          <a:custGeom>
            <a:avLst/>
            <a:gdLst/>
            <a:ahLst/>
            <a:cxnLst/>
            <a:rect l="l" t="t" r="r" b="b"/>
            <a:pathLst>
              <a:path w="5644785" h="4263517">
                <a:moveTo>
                  <a:pt x="110510" y="0"/>
                </a:moveTo>
                <a:lnTo>
                  <a:pt x="5534275" y="0"/>
                </a:lnTo>
                <a:cubicBezTo>
                  <a:pt x="5595308" y="0"/>
                  <a:pt x="5644785" y="49477"/>
                  <a:pt x="5644785" y="110510"/>
                </a:cubicBezTo>
                <a:lnTo>
                  <a:pt x="5644785" y="4153006"/>
                </a:lnTo>
                <a:cubicBezTo>
                  <a:pt x="5644785" y="4214039"/>
                  <a:pt x="5595308" y="4263517"/>
                  <a:pt x="5534275" y="4263517"/>
                </a:cubicBezTo>
                <a:lnTo>
                  <a:pt x="110510" y="4263517"/>
                </a:lnTo>
                <a:cubicBezTo>
                  <a:pt x="49477" y="4263517"/>
                  <a:pt x="0" y="4214039"/>
                  <a:pt x="0" y="4153006"/>
                </a:cubicBezTo>
                <a:lnTo>
                  <a:pt x="0" y="110510"/>
                </a:lnTo>
                <a:cubicBezTo>
                  <a:pt x="0" y="49518"/>
                  <a:pt x="49518" y="0"/>
                  <a:pt x="11051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4882" y="1795650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110502" y="0"/>
                </a:moveTo>
                <a:lnTo>
                  <a:pt x="331505" y="0"/>
                </a:lnTo>
                <a:cubicBezTo>
                  <a:pt x="392533" y="0"/>
                  <a:pt x="442006" y="49473"/>
                  <a:pt x="442006" y="110502"/>
                </a:cubicBezTo>
                <a:lnTo>
                  <a:pt x="442006" y="331505"/>
                </a:lnTo>
                <a:cubicBezTo>
                  <a:pt x="442006" y="392533"/>
                  <a:pt x="392533" y="442006"/>
                  <a:pt x="331505" y="442006"/>
                </a:cubicBezTo>
                <a:lnTo>
                  <a:pt x="110502" y="442006"/>
                </a:lnTo>
                <a:cubicBezTo>
                  <a:pt x="49473" y="442006"/>
                  <a:pt x="0" y="392533"/>
                  <a:pt x="0" y="331505"/>
                </a:cubicBezTo>
                <a:lnTo>
                  <a:pt x="0" y="110502"/>
                </a:lnTo>
                <a:cubicBezTo>
                  <a:pt x="0" y="49473"/>
                  <a:pt x="49473" y="0"/>
                  <a:pt x="110502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82075" y="1869317"/>
            <a:ext cx="442006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4A90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7390" y="1795650"/>
            <a:ext cx="1151057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4-6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7390" y="1979819"/>
            <a:ext cx="1178683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4882" y="2348157"/>
            <a:ext cx="5340906" cy="1712773"/>
          </a:xfrm>
          <a:custGeom>
            <a:avLst/>
            <a:gdLst/>
            <a:ahLst/>
            <a:cxnLst/>
            <a:rect l="l" t="t" r="r" b="b"/>
            <a:pathLst>
              <a:path w="5340906" h="1712773">
                <a:moveTo>
                  <a:pt x="73666" y="0"/>
                </a:moveTo>
                <a:lnTo>
                  <a:pt x="5267240" y="0"/>
                </a:lnTo>
                <a:cubicBezTo>
                  <a:pt x="5307925" y="0"/>
                  <a:pt x="5340906" y="32982"/>
                  <a:pt x="5340906" y="73666"/>
                </a:cubicBezTo>
                <a:lnTo>
                  <a:pt x="5340906" y="1639107"/>
                </a:lnTo>
                <a:cubicBezTo>
                  <a:pt x="5340906" y="1679792"/>
                  <a:pt x="5307925" y="1712773"/>
                  <a:pt x="5267240" y="1712773"/>
                </a:cubicBezTo>
                <a:lnTo>
                  <a:pt x="73666" y="1712773"/>
                </a:lnTo>
                <a:cubicBezTo>
                  <a:pt x="33009" y="1712773"/>
                  <a:pt x="0" y="1679765"/>
                  <a:pt x="0" y="1639107"/>
                </a:cubicBezTo>
                <a:lnTo>
                  <a:pt x="0" y="73666"/>
                </a:lnTo>
                <a:cubicBezTo>
                  <a:pt x="0" y="33009"/>
                  <a:pt x="33009" y="0"/>
                  <a:pt x="7366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5384" y="2477076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38503" y="10446"/>
                </a:moveTo>
                <a:cubicBezTo>
                  <a:pt x="41640" y="12633"/>
                  <a:pt x="42388" y="16949"/>
                  <a:pt x="40201" y="20057"/>
                </a:cubicBezTo>
                <a:lnTo>
                  <a:pt x="24086" y="43078"/>
                </a:lnTo>
                <a:cubicBezTo>
                  <a:pt x="22906" y="44747"/>
                  <a:pt x="21064" y="45812"/>
                  <a:pt x="19021" y="45985"/>
                </a:cubicBezTo>
                <a:cubicBezTo>
                  <a:pt x="16978" y="46157"/>
                  <a:pt x="14964" y="45467"/>
                  <a:pt x="13525" y="44028"/>
                </a:cubicBezTo>
                <a:lnTo>
                  <a:pt x="2014" y="32517"/>
                </a:lnTo>
                <a:cubicBezTo>
                  <a:pt x="-662" y="29812"/>
                  <a:pt x="-662" y="25438"/>
                  <a:pt x="2014" y="22733"/>
                </a:cubicBezTo>
                <a:cubicBezTo>
                  <a:pt x="4691" y="20028"/>
                  <a:pt x="9093" y="20057"/>
                  <a:pt x="11798" y="22733"/>
                </a:cubicBezTo>
                <a:lnTo>
                  <a:pt x="17496" y="28431"/>
                </a:lnTo>
                <a:lnTo>
                  <a:pt x="28892" y="12144"/>
                </a:lnTo>
                <a:cubicBezTo>
                  <a:pt x="31079" y="9007"/>
                  <a:pt x="35395" y="8259"/>
                  <a:pt x="38503" y="10446"/>
                </a:cubicBezTo>
                <a:close/>
                <a:moveTo>
                  <a:pt x="38503" y="56488"/>
                </a:moveTo>
                <a:cubicBezTo>
                  <a:pt x="41640" y="58675"/>
                  <a:pt x="42388" y="62992"/>
                  <a:pt x="40201" y="66099"/>
                </a:cubicBezTo>
                <a:lnTo>
                  <a:pt x="24086" y="89121"/>
                </a:lnTo>
                <a:cubicBezTo>
                  <a:pt x="22906" y="90790"/>
                  <a:pt x="21064" y="91854"/>
                  <a:pt x="19021" y="92027"/>
                </a:cubicBezTo>
                <a:cubicBezTo>
                  <a:pt x="16978" y="92200"/>
                  <a:pt x="14964" y="91509"/>
                  <a:pt x="13525" y="90070"/>
                </a:cubicBezTo>
                <a:lnTo>
                  <a:pt x="2014" y="78560"/>
                </a:lnTo>
                <a:cubicBezTo>
                  <a:pt x="-691" y="75855"/>
                  <a:pt x="-691" y="71481"/>
                  <a:pt x="2014" y="68804"/>
                </a:cubicBezTo>
                <a:cubicBezTo>
                  <a:pt x="4719" y="66128"/>
                  <a:pt x="9093" y="66099"/>
                  <a:pt x="11770" y="68804"/>
                </a:cubicBezTo>
                <a:lnTo>
                  <a:pt x="17467" y="74502"/>
                </a:lnTo>
                <a:lnTo>
                  <a:pt x="28863" y="58215"/>
                </a:lnTo>
                <a:cubicBezTo>
                  <a:pt x="31050" y="55078"/>
                  <a:pt x="35366" y="54330"/>
                  <a:pt x="38474" y="56517"/>
                </a:cubicBezTo>
                <a:close/>
                <a:moveTo>
                  <a:pt x="64459" y="27625"/>
                </a:moveTo>
                <a:cubicBezTo>
                  <a:pt x="64459" y="22532"/>
                  <a:pt x="68574" y="18417"/>
                  <a:pt x="73668" y="18417"/>
                </a:cubicBezTo>
                <a:lnTo>
                  <a:pt x="138127" y="18417"/>
                </a:lnTo>
                <a:cubicBezTo>
                  <a:pt x="143220" y="18417"/>
                  <a:pt x="147335" y="22532"/>
                  <a:pt x="147335" y="27625"/>
                </a:cubicBezTo>
                <a:cubicBezTo>
                  <a:pt x="147335" y="32719"/>
                  <a:pt x="143220" y="36834"/>
                  <a:pt x="138127" y="36834"/>
                </a:cubicBezTo>
                <a:lnTo>
                  <a:pt x="73668" y="36834"/>
                </a:lnTo>
                <a:cubicBezTo>
                  <a:pt x="68574" y="36834"/>
                  <a:pt x="64459" y="32719"/>
                  <a:pt x="64459" y="27625"/>
                </a:cubicBezTo>
                <a:close/>
                <a:moveTo>
                  <a:pt x="64459" y="73668"/>
                </a:moveTo>
                <a:cubicBezTo>
                  <a:pt x="64459" y="68574"/>
                  <a:pt x="68574" y="64459"/>
                  <a:pt x="73668" y="64459"/>
                </a:cubicBezTo>
                <a:lnTo>
                  <a:pt x="138127" y="64459"/>
                </a:lnTo>
                <a:cubicBezTo>
                  <a:pt x="143220" y="64459"/>
                  <a:pt x="147335" y="68574"/>
                  <a:pt x="147335" y="73668"/>
                </a:cubicBezTo>
                <a:cubicBezTo>
                  <a:pt x="147335" y="78761"/>
                  <a:pt x="143220" y="82876"/>
                  <a:pt x="138127" y="82876"/>
                </a:cubicBezTo>
                <a:lnTo>
                  <a:pt x="73668" y="82876"/>
                </a:lnTo>
                <a:cubicBezTo>
                  <a:pt x="68574" y="82876"/>
                  <a:pt x="64459" y="78761"/>
                  <a:pt x="64459" y="73668"/>
                </a:cubicBezTo>
                <a:close/>
                <a:moveTo>
                  <a:pt x="46042" y="119710"/>
                </a:moveTo>
                <a:cubicBezTo>
                  <a:pt x="46042" y="114617"/>
                  <a:pt x="50157" y="110502"/>
                  <a:pt x="55251" y="110502"/>
                </a:cubicBezTo>
                <a:lnTo>
                  <a:pt x="138127" y="110502"/>
                </a:lnTo>
                <a:cubicBezTo>
                  <a:pt x="143220" y="110502"/>
                  <a:pt x="147335" y="114617"/>
                  <a:pt x="147335" y="119710"/>
                </a:cubicBezTo>
                <a:cubicBezTo>
                  <a:pt x="147335" y="124803"/>
                  <a:pt x="143220" y="128918"/>
                  <a:pt x="138127" y="128918"/>
                </a:cubicBezTo>
                <a:lnTo>
                  <a:pt x="55251" y="128918"/>
                </a:lnTo>
                <a:cubicBezTo>
                  <a:pt x="50157" y="128918"/>
                  <a:pt x="46042" y="124803"/>
                  <a:pt x="46042" y="119710"/>
                </a:cubicBezTo>
                <a:close/>
                <a:moveTo>
                  <a:pt x="18417" y="108199"/>
                </a:moveTo>
                <a:cubicBezTo>
                  <a:pt x="24770" y="108199"/>
                  <a:pt x="29927" y="113357"/>
                  <a:pt x="29927" y="119710"/>
                </a:cubicBezTo>
                <a:cubicBezTo>
                  <a:pt x="29927" y="126063"/>
                  <a:pt x="24770" y="131221"/>
                  <a:pt x="18417" y="131221"/>
                </a:cubicBezTo>
                <a:cubicBezTo>
                  <a:pt x="12064" y="131221"/>
                  <a:pt x="6906" y="126063"/>
                  <a:pt x="6906" y="119710"/>
                </a:cubicBezTo>
                <a:cubicBezTo>
                  <a:pt x="6906" y="113357"/>
                  <a:pt x="12064" y="108199"/>
                  <a:pt x="18417" y="108199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4" name="Text 12"/>
          <p:cNvSpPr/>
          <p:nvPr/>
        </p:nvSpPr>
        <p:spPr>
          <a:xfrm>
            <a:off x="874804" y="2440242"/>
            <a:ext cx="699843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Tasks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6967" y="2753329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2936" y="2716495"/>
            <a:ext cx="3480798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static and interactive visualizations (Plotly, Tableau, etc.)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6967" y="3011166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2936" y="2974332"/>
            <a:ext cx="2504701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filters, sliders, and region selectors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967" y="3269003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2936" y="3232169"/>
            <a:ext cx="2873039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Refine visualization aesthetics and user experience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6967" y="3526840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2936" y="3490006"/>
            <a:ext cx="3011166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consistent color schemes and clear labels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6967" y="3784677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2936" y="3747843"/>
            <a:ext cx="2384991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Highlight key insights and notable findings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4882" y="4134598"/>
            <a:ext cx="5340906" cy="672218"/>
          </a:xfrm>
          <a:custGeom>
            <a:avLst/>
            <a:gdLst/>
            <a:ahLst/>
            <a:cxnLst/>
            <a:rect l="l" t="t" r="r" b="b"/>
            <a:pathLst>
              <a:path w="5340906" h="672218">
                <a:moveTo>
                  <a:pt x="73668" y="0"/>
                </a:moveTo>
                <a:lnTo>
                  <a:pt x="5267238" y="0"/>
                </a:lnTo>
                <a:cubicBezTo>
                  <a:pt x="5307924" y="0"/>
                  <a:pt x="5340906" y="32982"/>
                  <a:pt x="5340906" y="73668"/>
                </a:cubicBezTo>
                <a:lnTo>
                  <a:pt x="5340906" y="598549"/>
                </a:lnTo>
                <a:cubicBezTo>
                  <a:pt x="5340906" y="639235"/>
                  <a:pt x="5307924" y="672218"/>
                  <a:pt x="5267238" y="672218"/>
                </a:cubicBezTo>
                <a:lnTo>
                  <a:pt x="73668" y="672218"/>
                </a:lnTo>
                <a:cubicBezTo>
                  <a:pt x="33010" y="672218"/>
                  <a:pt x="0" y="639208"/>
                  <a:pt x="0" y="598549"/>
                </a:cubicBezTo>
                <a:lnTo>
                  <a:pt x="0" y="73668"/>
                </a:lnTo>
                <a:cubicBezTo>
                  <a:pt x="0" y="32982"/>
                  <a:pt x="32982" y="0"/>
                  <a:pt x="73668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44592" y="4263517"/>
            <a:ext cx="128918" cy="147335"/>
          </a:xfrm>
          <a:custGeom>
            <a:avLst/>
            <a:gdLst/>
            <a:ahLst/>
            <a:cxnLst/>
            <a:rect l="l" t="t" r="r" b="b"/>
            <a:pathLst>
              <a:path w="128918" h="147335">
                <a:moveTo>
                  <a:pt x="106300" y="36834"/>
                </a:moveTo>
                <a:lnTo>
                  <a:pt x="96430" y="23021"/>
                </a:lnTo>
                <a:lnTo>
                  <a:pt x="32517" y="23021"/>
                </a:lnTo>
                <a:lnTo>
                  <a:pt x="22647" y="36834"/>
                </a:lnTo>
                <a:lnTo>
                  <a:pt x="106300" y="36834"/>
                </a:lnTo>
                <a:close/>
                <a:moveTo>
                  <a:pt x="0" y="42733"/>
                </a:moveTo>
                <a:cubicBezTo>
                  <a:pt x="0" y="38906"/>
                  <a:pt x="1209" y="35165"/>
                  <a:pt x="3424" y="32028"/>
                </a:cubicBezTo>
                <a:lnTo>
                  <a:pt x="17525" y="12316"/>
                </a:lnTo>
                <a:cubicBezTo>
                  <a:pt x="20978" y="7482"/>
                  <a:pt x="26561" y="4604"/>
                  <a:pt x="32489" y="4604"/>
                </a:cubicBezTo>
                <a:lnTo>
                  <a:pt x="96401" y="4604"/>
                </a:lnTo>
                <a:cubicBezTo>
                  <a:pt x="102358" y="4604"/>
                  <a:pt x="107940" y="7482"/>
                  <a:pt x="111394" y="12316"/>
                </a:cubicBezTo>
                <a:lnTo>
                  <a:pt x="125465" y="32028"/>
                </a:lnTo>
                <a:cubicBezTo>
                  <a:pt x="127710" y="35165"/>
                  <a:pt x="128890" y="38906"/>
                  <a:pt x="128890" y="42733"/>
                </a:cubicBezTo>
                <a:lnTo>
                  <a:pt x="128918" y="119710"/>
                </a:lnTo>
                <a:cubicBezTo>
                  <a:pt x="128918" y="129868"/>
                  <a:pt x="120660" y="138127"/>
                  <a:pt x="110502" y="138127"/>
                </a:cubicBezTo>
                <a:lnTo>
                  <a:pt x="18417" y="138127"/>
                </a:lnTo>
                <a:cubicBezTo>
                  <a:pt x="8259" y="138127"/>
                  <a:pt x="0" y="129868"/>
                  <a:pt x="0" y="119710"/>
                </a:cubicBezTo>
                <a:lnTo>
                  <a:pt x="0" y="42733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27" name="Text 25"/>
          <p:cNvSpPr/>
          <p:nvPr/>
        </p:nvSpPr>
        <p:spPr>
          <a:xfrm>
            <a:off x="874804" y="4226683"/>
            <a:ext cx="801136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6967" y="4502937"/>
            <a:ext cx="5221196" cy="21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Near-complete interactive dashboard prototype with most planned features implemented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4882" y="4878181"/>
            <a:ext cx="5340906" cy="884012"/>
          </a:xfrm>
          <a:custGeom>
            <a:avLst/>
            <a:gdLst/>
            <a:ahLst/>
            <a:cxnLst/>
            <a:rect l="l" t="t" r="r" b="b"/>
            <a:pathLst>
              <a:path w="5340906" h="884012">
                <a:moveTo>
                  <a:pt x="73665" y="0"/>
                </a:moveTo>
                <a:lnTo>
                  <a:pt x="5267242" y="0"/>
                </a:lnTo>
                <a:cubicBezTo>
                  <a:pt x="5307898" y="0"/>
                  <a:pt x="5340906" y="33008"/>
                  <a:pt x="5340906" y="73665"/>
                </a:cubicBezTo>
                <a:lnTo>
                  <a:pt x="5340906" y="810347"/>
                </a:lnTo>
                <a:cubicBezTo>
                  <a:pt x="5340906" y="851004"/>
                  <a:pt x="5307898" y="884012"/>
                  <a:pt x="5267242" y="884012"/>
                </a:cubicBezTo>
                <a:lnTo>
                  <a:pt x="73665" y="884012"/>
                </a:lnTo>
                <a:cubicBezTo>
                  <a:pt x="33008" y="884012"/>
                  <a:pt x="0" y="851004"/>
                  <a:pt x="0" y="810347"/>
                </a:cubicBezTo>
                <a:lnTo>
                  <a:pt x="0" y="73665"/>
                </a:lnTo>
                <a:cubicBezTo>
                  <a:pt x="0" y="32981"/>
                  <a:pt x="32981" y="0"/>
                  <a:pt x="73665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3801" y="5007100"/>
            <a:ext cx="110502" cy="147335"/>
          </a:xfrm>
          <a:custGeom>
            <a:avLst/>
            <a:gdLst/>
            <a:ahLst/>
            <a:cxnLst/>
            <a:rect l="l" t="t" r="r" b="b"/>
            <a:pathLst>
              <a:path w="110502" h="147335">
                <a:moveTo>
                  <a:pt x="71912" y="19223"/>
                </a:moveTo>
                <a:cubicBezTo>
                  <a:pt x="74905" y="15108"/>
                  <a:pt x="73984" y="9352"/>
                  <a:pt x="69869" y="6360"/>
                </a:cubicBezTo>
                <a:cubicBezTo>
                  <a:pt x="65754" y="3367"/>
                  <a:pt x="59999" y="4288"/>
                  <a:pt x="57006" y="8403"/>
                </a:cubicBezTo>
                <a:lnTo>
                  <a:pt x="26503" y="50330"/>
                </a:lnTo>
                <a:lnTo>
                  <a:pt x="15712" y="39539"/>
                </a:lnTo>
                <a:cubicBezTo>
                  <a:pt x="12115" y="35942"/>
                  <a:pt x="6273" y="35942"/>
                  <a:pt x="2676" y="39539"/>
                </a:cubicBezTo>
                <a:cubicBezTo>
                  <a:pt x="-921" y="43136"/>
                  <a:pt x="-921" y="48977"/>
                  <a:pt x="2676" y="52575"/>
                </a:cubicBezTo>
                <a:lnTo>
                  <a:pt x="21093" y="70991"/>
                </a:lnTo>
                <a:cubicBezTo>
                  <a:pt x="22992" y="72891"/>
                  <a:pt x="25640" y="73869"/>
                  <a:pt x="28316" y="73668"/>
                </a:cubicBezTo>
                <a:cubicBezTo>
                  <a:pt x="30992" y="73466"/>
                  <a:pt x="33467" y="72085"/>
                  <a:pt x="35050" y="69898"/>
                </a:cubicBezTo>
                <a:lnTo>
                  <a:pt x="71884" y="19251"/>
                </a:lnTo>
                <a:close/>
                <a:moveTo>
                  <a:pt x="108746" y="58359"/>
                </a:moveTo>
                <a:cubicBezTo>
                  <a:pt x="111739" y="54244"/>
                  <a:pt x="110818" y="48488"/>
                  <a:pt x="106703" y="45496"/>
                </a:cubicBezTo>
                <a:cubicBezTo>
                  <a:pt x="102588" y="42503"/>
                  <a:pt x="96833" y="43424"/>
                  <a:pt x="93840" y="47539"/>
                </a:cubicBezTo>
                <a:lnTo>
                  <a:pt x="44920" y="114789"/>
                </a:lnTo>
                <a:lnTo>
                  <a:pt x="24920" y="94790"/>
                </a:lnTo>
                <a:cubicBezTo>
                  <a:pt x="21323" y="91193"/>
                  <a:pt x="15482" y="91193"/>
                  <a:pt x="11885" y="94790"/>
                </a:cubicBezTo>
                <a:cubicBezTo>
                  <a:pt x="8288" y="98387"/>
                  <a:pt x="8288" y="104228"/>
                  <a:pt x="11885" y="107825"/>
                </a:cubicBezTo>
                <a:lnTo>
                  <a:pt x="39510" y="135451"/>
                </a:lnTo>
                <a:cubicBezTo>
                  <a:pt x="41409" y="137350"/>
                  <a:pt x="44057" y="138328"/>
                  <a:pt x="46733" y="138127"/>
                </a:cubicBezTo>
                <a:cubicBezTo>
                  <a:pt x="49409" y="137925"/>
                  <a:pt x="51884" y="136544"/>
                  <a:pt x="53467" y="134357"/>
                </a:cubicBezTo>
                <a:lnTo>
                  <a:pt x="108717" y="58387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31" name="Text 29"/>
          <p:cNvSpPr/>
          <p:nvPr/>
        </p:nvSpPr>
        <p:spPr>
          <a:xfrm>
            <a:off x="874804" y="4970266"/>
            <a:ext cx="1086598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6967" y="5246520"/>
            <a:ext cx="5221196" cy="423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major visualizations integrated; advanced interactivity functions as expected; dashboard demonstrates key insights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6286" y="1643710"/>
            <a:ext cx="5644785" cy="4263517"/>
          </a:xfrm>
          <a:custGeom>
            <a:avLst/>
            <a:gdLst/>
            <a:ahLst/>
            <a:cxnLst/>
            <a:rect l="l" t="t" r="r" b="b"/>
            <a:pathLst>
              <a:path w="5644785" h="4263517">
                <a:moveTo>
                  <a:pt x="110510" y="0"/>
                </a:moveTo>
                <a:lnTo>
                  <a:pt x="5534275" y="0"/>
                </a:lnTo>
                <a:cubicBezTo>
                  <a:pt x="5595308" y="0"/>
                  <a:pt x="5644785" y="49477"/>
                  <a:pt x="5644785" y="110510"/>
                </a:cubicBezTo>
                <a:lnTo>
                  <a:pt x="5644785" y="4153006"/>
                </a:lnTo>
                <a:cubicBezTo>
                  <a:pt x="5644785" y="4214039"/>
                  <a:pt x="5595308" y="4263517"/>
                  <a:pt x="5534275" y="4263517"/>
                </a:cubicBezTo>
                <a:lnTo>
                  <a:pt x="110510" y="4263517"/>
                </a:lnTo>
                <a:cubicBezTo>
                  <a:pt x="49477" y="4263517"/>
                  <a:pt x="0" y="4214039"/>
                  <a:pt x="0" y="4153006"/>
                </a:cubicBezTo>
                <a:lnTo>
                  <a:pt x="0" y="110510"/>
                </a:lnTo>
                <a:cubicBezTo>
                  <a:pt x="0" y="49518"/>
                  <a:pt x="49518" y="0"/>
                  <a:pt x="110510" y="0"/>
                </a:cubicBezTo>
                <a:close/>
              </a:path>
            </a:pathLst>
          </a:custGeom>
          <a:solidFill>
            <a:srgbClr val="2D3748">
              <a:alpha val="4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8226" y="1795650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110502" y="0"/>
                </a:moveTo>
                <a:lnTo>
                  <a:pt x="331505" y="0"/>
                </a:lnTo>
                <a:cubicBezTo>
                  <a:pt x="392533" y="0"/>
                  <a:pt x="442006" y="49473"/>
                  <a:pt x="442006" y="110502"/>
                </a:cubicBezTo>
                <a:lnTo>
                  <a:pt x="442006" y="331505"/>
                </a:lnTo>
                <a:cubicBezTo>
                  <a:pt x="442006" y="392533"/>
                  <a:pt x="392533" y="442006"/>
                  <a:pt x="331505" y="442006"/>
                </a:cubicBezTo>
                <a:lnTo>
                  <a:pt x="110502" y="442006"/>
                </a:lnTo>
                <a:cubicBezTo>
                  <a:pt x="49473" y="442006"/>
                  <a:pt x="0" y="392533"/>
                  <a:pt x="0" y="331505"/>
                </a:cubicBezTo>
                <a:lnTo>
                  <a:pt x="0" y="110502"/>
                </a:lnTo>
                <a:cubicBezTo>
                  <a:pt x="0" y="49473"/>
                  <a:pt x="49473" y="0"/>
                  <a:pt x="110502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85563" y="1869317"/>
            <a:ext cx="442006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D69E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80733" y="1795650"/>
            <a:ext cx="985305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6-8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80733" y="1979819"/>
            <a:ext cx="1012931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Finalization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8226" y="2348157"/>
            <a:ext cx="5340906" cy="1712773"/>
          </a:xfrm>
          <a:custGeom>
            <a:avLst/>
            <a:gdLst/>
            <a:ahLst/>
            <a:cxnLst/>
            <a:rect l="l" t="t" r="r" b="b"/>
            <a:pathLst>
              <a:path w="5340906" h="1712773">
                <a:moveTo>
                  <a:pt x="73666" y="0"/>
                </a:moveTo>
                <a:lnTo>
                  <a:pt x="5267240" y="0"/>
                </a:lnTo>
                <a:cubicBezTo>
                  <a:pt x="5307925" y="0"/>
                  <a:pt x="5340906" y="32982"/>
                  <a:pt x="5340906" y="73666"/>
                </a:cubicBezTo>
                <a:lnTo>
                  <a:pt x="5340906" y="1639107"/>
                </a:lnTo>
                <a:cubicBezTo>
                  <a:pt x="5340906" y="1679792"/>
                  <a:pt x="5307925" y="1712773"/>
                  <a:pt x="5267240" y="1712773"/>
                </a:cubicBezTo>
                <a:lnTo>
                  <a:pt x="73666" y="1712773"/>
                </a:lnTo>
                <a:cubicBezTo>
                  <a:pt x="33009" y="1712773"/>
                  <a:pt x="0" y="1679765"/>
                  <a:pt x="0" y="1639107"/>
                </a:cubicBezTo>
                <a:lnTo>
                  <a:pt x="0" y="73666"/>
                </a:lnTo>
                <a:cubicBezTo>
                  <a:pt x="0" y="33009"/>
                  <a:pt x="33009" y="0"/>
                  <a:pt x="73666" y="0"/>
                </a:cubicBezTo>
                <a:close/>
              </a:path>
            </a:pathLst>
          </a:custGeom>
          <a:solidFill>
            <a:srgbClr val="1A202C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8727" y="2477076"/>
            <a:ext cx="147335" cy="147335"/>
          </a:xfrm>
          <a:custGeom>
            <a:avLst/>
            <a:gdLst/>
            <a:ahLst/>
            <a:cxnLst/>
            <a:rect l="l" t="t" r="r" b="b"/>
            <a:pathLst>
              <a:path w="147335" h="147335">
                <a:moveTo>
                  <a:pt x="38503" y="10446"/>
                </a:moveTo>
                <a:cubicBezTo>
                  <a:pt x="41640" y="12633"/>
                  <a:pt x="42388" y="16949"/>
                  <a:pt x="40201" y="20057"/>
                </a:cubicBezTo>
                <a:lnTo>
                  <a:pt x="24086" y="43078"/>
                </a:lnTo>
                <a:cubicBezTo>
                  <a:pt x="22906" y="44747"/>
                  <a:pt x="21064" y="45812"/>
                  <a:pt x="19021" y="45985"/>
                </a:cubicBezTo>
                <a:cubicBezTo>
                  <a:pt x="16978" y="46157"/>
                  <a:pt x="14964" y="45467"/>
                  <a:pt x="13525" y="44028"/>
                </a:cubicBezTo>
                <a:lnTo>
                  <a:pt x="2014" y="32517"/>
                </a:lnTo>
                <a:cubicBezTo>
                  <a:pt x="-662" y="29812"/>
                  <a:pt x="-662" y="25438"/>
                  <a:pt x="2014" y="22733"/>
                </a:cubicBezTo>
                <a:cubicBezTo>
                  <a:pt x="4691" y="20028"/>
                  <a:pt x="9093" y="20057"/>
                  <a:pt x="11798" y="22733"/>
                </a:cubicBezTo>
                <a:lnTo>
                  <a:pt x="17496" y="28431"/>
                </a:lnTo>
                <a:lnTo>
                  <a:pt x="28892" y="12144"/>
                </a:lnTo>
                <a:cubicBezTo>
                  <a:pt x="31079" y="9007"/>
                  <a:pt x="35395" y="8259"/>
                  <a:pt x="38503" y="10446"/>
                </a:cubicBezTo>
                <a:close/>
                <a:moveTo>
                  <a:pt x="38503" y="56488"/>
                </a:moveTo>
                <a:cubicBezTo>
                  <a:pt x="41640" y="58675"/>
                  <a:pt x="42388" y="62992"/>
                  <a:pt x="40201" y="66099"/>
                </a:cubicBezTo>
                <a:lnTo>
                  <a:pt x="24086" y="89121"/>
                </a:lnTo>
                <a:cubicBezTo>
                  <a:pt x="22906" y="90790"/>
                  <a:pt x="21064" y="91854"/>
                  <a:pt x="19021" y="92027"/>
                </a:cubicBezTo>
                <a:cubicBezTo>
                  <a:pt x="16978" y="92200"/>
                  <a:pt x="14964" y="91509"/>
                  <a:pt x="13525" y="90070"/>
                </a:cubicBezTo>
                <a:lnTo>
                  <a:pt x="2014" y="78560"/>
                </a:lnTo>
                <a:cubicBezTo>
                  <a:pt x="-691" y="75855"/>
                  <a:pt x="-691" y="71481"/>
                  <a:pt x="2014" y="68804"/>
                </a:cubicBezTo>
                <a:cubicBezTo>
                  <a:pt x="4719" y="66128"/>
                  <a:pt x="9093" y="66099"/>
                  <a:pt x="11770" y="68804"/>
                </a:cubicBezTo>
                <a:lnTo>
                  <a:pt x="17467" y="74502"/>
                </a:lnTo>
                <a:lnTo>
                  <a:pt x="28863" y="58215"/>
                </a:lnTo>
                <a:cubicBezTo>
                  <a:pt x="31050" y="55078"/>
                  <a:pt x="35366" y="54330"/>
                  <a:pt x="38474" y="56517"/>
                </a:cubicBezTo>
                <a:close/>
                <a:moveTo>
                  <a:pt x="64459" y="27625"/>
                </a:moveTo>
                <a:cubicBezTo>
                  <a:pt x="64459" y="22532"/>
                  <a:pt x="68574" y="18417"/>
                  <a:pt x="73668" y="18417"/>
                </a:cubicBezTo>
                <a:lnTo>
                  <a:pt x="138127" y="18417"/>
                </a:lnTo>
                <a:cubicBezTo>
                  <a:pt x="143220" y="18417"/>
                  <a:pt x="147335" y="22532"/>
                  <a:pt x="147335" y="27625"/>
                </a:cubicBezTo>
                <a:cubicBezTo>
                  <a:pt x="147335" y="32719"/>
                  <a:pt x="143220" y="36834"/>
                  <a:pt x="138127" y="36834"/>
                </a:cubicBezTo>
                <a:lnTo>
                  <a:pt x="73668" y="36834"/>
                </a:lnTo>
                <a:cubicBezTo>
                  <a:pt x="68574" y="36834"/>
                  <a:pt x="64459" y="32719"/>
                  <a:pt x="64459" y="27625"/>
                </a:cubicBezTo>
                <a:close/>
                <a:moveTo>
                  <a:pt x="64459" y="73668"/>
                </a:moveTo>
                <a:cubicBezTo>
                  <a:pt x="64459" y="68574"/>
                  <a:pt x="68574" y="64459"/>
                  <a:pt x="73668" y="64459"/>
                </a:cubicBezTo>
                <a:lnTo>
                  <a:pt x="138127" y="64459"/>
                </a:lnTo>
                <a:cubicBezTo>
                  <a:pt x="143220" y="64459"/>
                  <a:pt x="147335" y="68574"/>
                  <a:pt x="147335" y="73668"/>
                </a:cubicBezTo>
                <a:cubicBezTo>
                  <a:pt x="147335" y="78761"/>
                  <a:pt x="143220" y="82876"/>
                  <a:pt x="138127" y="82876"/>
                </a:cubicBezTo>
                <a:lnTo>
                  <a:pt x="73668" y="82876"/>
                </a:lnTo>
                <a:cubicBezTo>
                  <a:pt x="68574" y="82876"/>
                  <a:pt x="64459" y="78761"/>
                  <a:pt x="64459" y="73668"/>
                </a:cubicBezTo>
                <a:close/>
                <a:moveTo>
                  <a:pt x="46042" y="119710"/>
                </a:moveTo>
                <a:cubicBezTo>
                  <a:pt x="46042" y="114617"/>
                  <a:pt x="50157" y="110502"/>
                  <a:pt x="55251" y="110502"/>
                </a:cubicBezTo>
                <a:lnTo>
                  <a:pt x="138127" y="110502"/>
                </a:lnTo>
                <a:cubicBezTo>
                  <a:pt x="143220" y="110502"/>
                  <a:pt x="147335" y="114617"/>
                  <a:pt x="147335" y="119710"/>
                </a:cubicBezTo>
                <a:cubicBezTo>
                  <a:pt x="147335" y="124803"/>
                  <a:pt x="143220" y="128918"/>
                  <a:pt x="138127" y="128918"/>
                </a:cubicBezTo>
                <a:lnTo>
                  <a:pt x="55251" y="128918"/>
                </a:lnTo>
                <a:cubicBezTo>
                  <a:pt x="50157" y="128918"/>
                  <a:pt x="46042" y="124803"/>
                  <a:pt x="46042" y="119710"/>
                </a:cubicBezTo>
                <a:close/>
                <a:moveTo>
                  <a:pt x="18417" y="108199"/>
                </a:moveTo>
                <a:cubicBezTo>
                  <a:pt x="24770" y="108199"/>
                  <a:pt x="29927" y="113357"/>
                  <a:pt x="29927" y="119710"/>
                </a:cubicBezTo>
                <a:cubicBezTo>
                  <a:pt x="29927" y="126063"/>
                  <a:pt x="24770" y="131221"/>
                  <a:pt x="18417" y="131221"/>
                </a:cubicBezTo>
                <a:cubicBezTo>
                  <a:pt x="12064" y="131221"/>
                  <a:pt x="6906" y="126063"/>
                  <a:pt x="6906" y="119710"/>
                </a:cubicBezTo>
                <a:cubicBezTo>
                  <a:pt x="6906" y="113357"/>
                  <a:pt x="12064" y="108199"/>
                  <a:pt x="18417" y="108199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40" name="Text 38"/>
          <p:cNvSpPr/>
          <p:nvPr/>
        </p:nvSpPr>
        <p:spPr>
          <a:xfrm>
            <a:off x="6678147" y="2440242"/>
            <a:ext cx="699843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Tasks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20310" y="2753329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6279" y="2716495"/>
            <a:ext cx="3434755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 comprehensive testing (functionality, accuracy, UX)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20310" y="3011166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36279" y="2974332"/>
            <a:ext cx="2596785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Summarize regional and global climate trends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20310" y="3269003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36279" y="3232169"/>
            <a:ext cx="2946707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methodology, visualizations, and insights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20310" y="3526840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36279" y="3490006"/>
            <a:ext cx="2762538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(Optional) Deploy dashboard as web application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0310" y="3784677"/>
            <a:ext cx="11050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36279" y="3747843"/>
            <a:ext cx="3241378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(Optional) Document future enhancement considerations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8226" y="4134598"/>
            <a:ext cx="5340906" cy="672218"/>
          </a:xfrm>
          <a:custGeom>
            <a:avLst/>
            <a:gdLst/>
            <a:ahLst/>
            <a:cxnLst/>
            <a:rect l="l" t="t" r="r" b="b"/>
            <a:pathLst>
              <a:path w="5340906" h="672218">
                <a:moveTo>
                  <a:pt x="73668" y="0"/>
                </a:moveTo>
                <a:lnTo>
                  <a:pt x="5267238" y="0"/>
                </a:lnTo>
                <a:cubicBezTo>
                  <a:pt x="5307924" y="0"/>
                  <a:pt x="5340906" y="32982"/>
                  <a:pt x="5340906" y="73668"/>
                </a:cubicBezTo>
                <a:lnTo>
                  <a:pt x="5340906" y="598549"/>
                </a:lnTo>
                <a:cubicBezTo>
                  <a:pt x="5340906" y="639235"/>
                  <a:pt x="5307924" y="672218"/>
                  <a:pt x="5267238" y="672218"/>
                </a:cubicBezTo>
                <a:lnTo>
                  <a:pt x="73668" y="672218"/>
                </a:lnTo>
                <a:cubicBezTo>
                  <a:pt x="33010" y="672218"/>
                  <a:pt x="0" y="639208"/>
                  <a:pt x="0" y="598549"/>
                </a:cubicBezTo>
                <a:lnTo>
                  <a:pt x="0" y="73668"/>
                </a:lnTo>
                <a:cubicBezTo>
                  <a:pt x="0" y="32982"/>
                  <a:pt x="32982" y="0"/>
                  <a:pt x="73668" y="0"/>
                </a:cubicBezTo>
                <a:close/>
              </a:path>
            </a:pathLst>
          </a:custGeom>
          <a:solidFill>
            <a:srgbClr val="4A908A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47936" y="4263517"/>
            <a:ext cx="128918" cy="147335"/>
          </a:xfrm>
          <a:custGeom>
            <a:avLst/>
            <a:gdLst/>
            <a:ahLst/>
            <a:cxnLst/>
            <a:rect l="l" t="t" r="r" b="b"/>
            <a:pathLst>
              <a:path w="128918" h="147335">
                <a:moveTo>
                  <a:pt x="106300" y="36834"/>
                </a:moveTo>
                <a:lnTo>
                  <a:pt x="96430" y="23021"/>
                </a:lnTo>
                <a:lnTo>
                  <a:pt x="32517" y="23021"/>
                </a:lnTo>
                <a:lnTo>
                  <a:pt x="22647" y="36834"/>
                </a:lnTo>
                <a:lnTo>
                  <a:pt x="106300" y="36834"/>
                </a:lnTo>
                <a:close/>
                <a:moveTo>
                  <a:pt x="0" y="42733"/>
                </a:moveTo>
                <a:cubicBezTo>
                  <a:pt x="0" y="38906"/>
                  <a:pt x="1209" y="35165"/>
                  <a:pt x="3424" y="32028"/>
                </a:cubicBezTo>
                <a:lnTo>
                  <a:pt x="17525" y="12316"/>
                </a:lnTo>
                <a:cubicBezTo>
                  <a:pt x="20978" y="7482"/>
                  <a:pt x="26561" y="4604"/>
                  <a:pt x="32489" y="4604"/>
                </a:cubicBezTo>
                <a:lnTo>
                  <a:pt x="96401" y="4604"/>
                </a:lnTo>
                <a:cubicBezTo>
                  <a:pt x="102358" y="4604"/>
                  <a:pt x="107940" y="7482"/>
                  <a:pt x="111394" y="12316"/>
                </a:cubicBezTo>
                <a:lnTo>
                  <a:pt x="125465" y="32028"/>
                </a:lnTo>
                <a:cubicBezTo>
                  <a:pt x="127710" y="35165"/>
                  <a:pt x="128890" y="38906"/>
                  <a:pt x="128890" y="42733"/>
                </a:cubicBezTo>
                <a:lnTo>
                  <a:pt x="128918" y="119710"/>
                </a:lnTo>
                <a:cubicBezTo>
                  <a:pt x="128918" y="129868"/>
                  <a:pt x="120660" y="138127"/>
                  <a:pt x="110502" y="138127"/>
                </a:cubicBezTo>
                <a:lnTo>
                  <a:pt x="18417" y="138127"/>
                </a:lnTo>
                <a:cubicBezTo>
                  <a:pt x="8259" y="138127"/>
                  <a:pt x="0" y="129868"/>
                  <a:pt x="0" y="119710"/>
                </a:cubicBezTo>
                <a:lnTo>
                  <a:pt x="0" y="42733"/>
                </a:ln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53" name="Text 51"/>
          <p:cNvSpPr/>
          <p:nvPr/>
        </p:nvSpPr>
        <p:spPr>
          <a:xfrm>
            <a:off x="6678147" y="4226683"/>
            <a:ext cx="801136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20310" y="4502937"/>
            <a:ext cx="5221196" cy="21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tested, stable interactive dashboard and comprehensive final project report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28226" y="4878181"/>
            <a:ext cx="5340906" cy="884012"/>
          </a:xfrm>
          <a:custGeom>
            <a:avLst/>
            <a:gdLst/>
            <a:ahLst/>
            <a:cxnLst/>
            <a:rect l="l" t="t" r="r" b="b"/>
            <a:pathLst>
              <a:path w="5340906" h="884012">
                <a:moveTo>
                  <a:pt x="73665" y="0"/>
                </a:moveTo>
                <a:lnTo>
                  <a:pt x="5267242" y="0"/>
                </a:lnTo>
                <a:cubicBezTo>
                  <a:pt x="5307898" y="0"/>
                  <a:pt x="5340906" y="33008"/>
                  <a:pt x="5340906" y="73665"/>
                </a:cubicBezTo>
                <a:lnTo>
                  <a:pt x="5340906" y="810347"/>
                </a:lnTo>
                <a:cubicBezTo>
                  <a:pt x="5340906" y="851004"/>
                  <a:pt x="5307898" y="884012"/>
                  <a:pt x="5267242" y="884012"/>
                </a:cubicBezTo>
                <a:lnTo>
                  <a:pt x="73665" y="884012"/>
                </a:lnTo>
                <a:cubicBezTo>
                  <a:pt x="33008" y="884012"/>
                  <a:pt x="0" y="851004"/>
                  <a:pt x="0" y="810347"/>
                </a:cubicBezTo>
                <a:lnTo>
                  <a:pt x="0" y="73665"/>
                </a:lnTo>
                <a:cubicBezTo>
                  <a:pt x="0" y="32981"/>
                  <a:pt x="32981" y="0"/>
                  <a:pt x="73665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457144" y="5007100"/>
            <a:ext cx="110502" cy="147335"/>
          </a:xfrm>
          <a:custGeom>
            <a:avLst/>
            <a:gdLst/>
            <a:ahLst/>
            <a:cxnLst/>
            <a:rect l="l" t="t" r="r" b="b"/>
            <a:pathLst>
              <a:path w="110502" h="147335">
                <a:moveTo>
                  <a:pt x="71912" y="19223"/>
                </a:moveTo>
                <a:cubicBezTo>
                  <a:pt x="74905" y="15108"/>
                  <a:pt x="73984" y="9352"/>
                  <a:pt x="69869" y="6360"/>
                </a:cubicBezTo>
                <a:cubicBezTo>
                  <a:pt x="65754" y="3367"/>
                  <a:pt x="59999" y="4288"/>
                  <a:pt x="57006" y="8403"/>
                </a:cubicBezTo>
                <a:lnTo>
                  <a:pt x="26503" y="50330"/>
                </a:lnTo>
                <a:lnTo>
                  <a:pt x="15712" y="39539"/>
                </a:lnTo>
                <a:cubicBezTo>
                  <a:pt x="12115" y="35942"/>
                  <a:pt x="6273" y="35942"/>
                  <a:pt x="2676" y="39539"/>
                </a:cubicBezTo>
                <a:cubicBezTo>
                  <a:pt x="-921" y="43136"/>
                  <a:pt x="-921" y="48977"/>
                  <a:pt x="2676" y="52575"/>
                </a:cubicBezTo>
                <a:lnTo>
                  <a:pt x="21093" y="70991"/>
                </a:lnTo>
                <a:cubicBezTo>
                  <a:pt x="22992" y="72891"/>
                  <a:pt x="25640" y="73869"/>
                  <a:pt x="28316" y="73668"/>
                </a:cubicBezTo>
                <a:cubicBezTo>
                  <a:pt x="30992" y="73466"/>
                  <a:pt x="33467" y="72085"/>
                  <a:pt x="35050" y="69898"/>
                </a:cubicBezTo>
                <a:lnTo>
                  <a:pt x="71884" y="19251"/>
                </a:lnTo>
                <a:close/>
                <a:moveTo>
                  <a:pt x="108746" y="58359"/>
                </a:moveTo>
                <a:cubicBezTo>
                  <a:pt x="111739" y="54244"/>
                  <a:pt x="110818" y="48488"/>
                  <a:pt x="106703" y="45496"/>
                </a:cubicBezTo>
                <a:cubicBezTo>
                  <a:pt x="102588" y="42503"/>
                  <a:pt x="96833" y="43424"/>
                  <a:pt x="93840" y="47539"/>
                </a:cubicBezTo>
                <a:lnTo>
                  <a:pt x="44920" y="114789"/>
                </a:lnTo>
                <a:lnTo>
                  <a:pt x="24920" y="94790"/>
                </a:lnTo>
                <a:cubicBezTo>
                  <a:pt x="21323" y="91193"/>
                  <a:pt x="15482" y="91193"/>
                  <a:pt x="11885" y="94790"/>
                </a:cubicBezTo>
                <a:cubicBezTo>
                  <a:pt x="8288" y="98387"/>
                  <a:pt x="8288" y="104228"/>
                  <a:pt x="11885" y="107825"/>
                </a:cubicBezTo>
                <a:lnTo>
                  <a:pt x="39510" y="135451"/>
                </a:lnTo>
                <a:cubicBezTo>
                  <a:pt x="41409" y="137350"/>
                  <a:pt x="44057" y="138328"/>
                  <a:pt x="46733" y="138127"/>
                </a:cubicBezTo>
                <a:cubicBezTo>
                  <a:pt x="49409" y="137925"/>
                  <a:pt x="51884" y="136544"/>
                  <a:pt x="53467" y="134357"/>
                </a:cubicBezTo>
                <a:lnTo>
                  <a:pt x="108717" y="58387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57" name="Text 55"/>
          <p:cNvSpPr/>
          <p:nvPr/>
        </p:nvSpPr>
        <p:spPr>
          <a:xfrm>
            <a:off x="6678147" y="4970266"/>
            <a:ext cx="1086598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20310" y="5246520"/>
            <a:ext cx="5221196" cy="423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5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is robust and bug-free, meeting all objectives; report clearly articulates findings and process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30f2507ddf5a82b2f7da6a8c3058efe214930262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11755" b="1175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908A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381000" y="938213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 &amp; Impact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5478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8" name="Shape 5"/>
          <p:cNvSpPr/>
          <p:nvPr/>
        </p:nvSpPr>
        <p:spPr>
          <a:xfrm>
            <a:off x="385763" y="2262188"/>
            <a:ext cx="3648075" cy="2352675"/>
          </a:xfrm>
          <a:custGeom>
            <a:avLst/>
            <a:gdLst/>
            <a:ahLst/>
            <a:cxnLst/>
            <a:rect l="l" t="t" r="r" b="b"/>
            <a:pathLst>
              <a:path w="3648075" h="2352675">
                <a:moveTo>
                  <a:pt x="114293" y="0"/>
                </a:moveTo>
                <a:lnTo>
                  <a:pt x="3533782" y="0"/>
                </a:lnTo>
                <a:cubicBezTo>
                  <a:pt x="3596904" y="0"/>
                  <a:pt x="3648075" y="51171"/>
                  <a:pt x="3648075" y="114293"/>
                </a:cubicBezTo>
                <a:lnTo>
                  <a:pt x="3648075" y="2238382"/>
                </a:lnTo>
                <a:cubicBezTo>
                  <a:pt x="3648075" y="2301504"/>
                  <a:pt x="3596904" y="2352675"/>
                  <a:pt x="3533782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2700">
            <a:solidFill>
              <a:srgbClr val="4A908A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9125" y="2495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8A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83431" y="2657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946" y="107156"/>
                </a:moveTo>
                <a:lnTo>
                  <a:pt x="272355" y="107156"/>
                </a:lnTo>
                <a:cubicBezTo>
                  <a:pt x="279778" y="107156"/>
                  <a:pt x="285750" y="101185"/>
                  <a:pt x="285750" y="93762"/>
                </a:cubicBezTo>
                <a:lnTo>
                  <a:pt x="285750" y="13395"/>
                </a:lnTo>
                <a:cubicBezTo>
                  <a:pt x="285750" y="7981"/>
                  <a:pt x="282513" y="3070"/>
                  <a:pt x="277490" y="1005"/>
                </a:cubicBezTo>
                <a:cubicBezTo>
                  <a:pt x="272467" y="-1060"/>
                  <a:pt x="266719" y="112"/>
                  <a:pt x="262868" y="3907"/>
                </a:cubicBezTo>
                <a:lnTo>
                  <a:pt x="234014" y="32817"/>
                </a:lnTo>
                <a:cubicBezTo>
                  <a:pt x="209290" y="12334"/>
                  <a:pt x="177478" y="0"/>
                  <a:pt x="142875" y="0"/>
                </a:cubicBezTo>
                <a:cubicBezTo>
                  <a:pt x="70879" y="0"/>
                  <a:pt x="11330" y="53243"/>
                  <a:pt x="1451" y="122504"/>
                </a:cubicBezTo>
                <a:cubicBezTo>
                  <a:pt x="56" y="132271"/>
                  <a:pt x="6809" y="141312"/>
                  <a:pt x="16576" y="142708"/>
                </a:cubicBezTo>
                <a:cubicBezTo>
                  <a:pt x="26343" y="144103"/>
                  <a:pt x="35384" y="137294"/>
                  <a:pt x="36779" y="127583"/>
                </a:cubicBezTo>
                <a:cubicBezTo>
                  <a:pt x="44202" y="75623"/>
                  <a:pt x="88906" y="35719"/>
                  <a:pt x="142875" y="35719"/>
                </a:cubicBezTo>
                <a:cubicBezTo>
                  <a:pt x="167655" y="35719"/>
                  <a:pt x="190426" y="44090"/>
                  <a:pt x="208564" y="58210"/>
                </a:cubicBezTo>
                <a:lnTo>
                  <a:pt x="182500" y="84274"/>
                </a:lnTo>
                <a:cubicBezTo>
                  <a:pt x="178650" y="88125"/>
                  <a:pt x="177533" y="93873"/>
                  <a:pt x="179598" y="98896"/>
                </a:cubicBezTo>
                <a:cubicBezTo>
                  <a:pt x="181663" y="103919"/>
                  <a:pt x="186575" y="107156"/>
                  <a:pt x="191988" y="107156"/>
                </a:cubicBezTo>
                <a:lnTo>
                  <a:pt x="267946" y="107156"/>
                </a:lnTo>
                <a:close/>
                <a:moveTo>
                  <a:pt x="284355" y="163246"/>
                </a:moveTo>
                <a:cubicBezTo>
                  <a:pt x="285750" y="153479"/>
                  <a:pt x="278941" y="144438"/>
                  <a:pt x="269230" y="143042"/>
                </a:cubicBezTo>
                <a:cubicBezTo>
                  <a:pt x="259519" y="141647"/>
                  <a:pt x="250422" y="148456"/>
                  <a:pt x="249027" y="158167"/>
                </a:cubicBezTo>
                <a:cubicBezTo>
                  <a:pt x="241604" y="210071"/>
                  <a:pt x="196900" y="249975"/>
                  <a:pt x="142931" y="249975"/>
                </a:cubicBezTo>
                <a:cubicBezTo>
                  <a:pt x="118151" y="249975"/>
                  <a:pt x="95380" y="241604"/>
                  <a:pt x="77242" y="227484"/>
                </a:cubicBezTo>
                <a:lnTo>
                  <a:pt x="103250" y="201476"/>
                </a:lnTo>
                <a:cubicBezTo>
                  <a:pt x="107100" y="197625"/>
                  <a:pt x="108217" y="191877"/>
                  <a:pt x="106152" y="186854"/>
                </a:cubicBezTo>
                <a:cubicBezTo>
                  <a:pt x="104087" y="181831"/>
                  <a:pt x="99175" y="178594"/>
                  <a:pt x="93762" y="178594"/>
                </a:cubicBezTo>
                <a:lnTo>
                  <a:pt x="13395" y="178594"/>
                </a:lnTo>
                <a:cubicBezTo>
                  <a:pt x="5972" y="178594"/>
                  <a:pt x="0" y="184565"/>
                  <a:pt x="0" y="191988"/>
                </a:cubicBezTo>
                <a:lnTo>
                  <a:pt x="0" y="272355"/>
                </a:lnTo>
                <a:cubicBezTo>
                  <a:pt x="0" y="277769"/>
                  <a:pt x="3237" y="282680"/>
                  <a:pt x="8260" y="284745"/>
                </a:cubicBezTo>
                <a:cubicBezTo>
                  <a:pt x="13283" y="286810"/>
                  <a:pt x="19031" y="285638"/>
                  <a:pt x="22882" y="281843"/>
                </a:cubicBezTo>
                <a:lnTo>
                  <a:pt x="51792" y="252933"/>
                </a:lnTo>
                <a:cubicBezTo>
                  <a:pt x="76460" y="273416"/>
                  <a:pt x="108272" y="285750"/>
                  <a:pt x="142875" y="285750"/>
                </a:cubicBezTo>
                <a:cubicBezTo>
                  <a:pt x="214871" y="285750"/>
                  <a:pt x="274420" y="232507"/>
                  <a:pt x="284299" y="163246"/>
                </a:cubicBezTo>
                <a:close/>
              </a:path>
            </a:pathLst>
          </a:custGeom>
          <a:solidFill>
            <a:srgbClr val="4A908A"/>
          </a:solidFill>
          <a:ln/>
        </p:spPr>
      </p:sp>
      <p:sp>
        <p:nvSpPr>
          <p:cNvPr id="11" name="Text 8"/>
          <p:cNvSpPr/>
          <p:nvPr/>
        </p:nvSpPr>
        <p:spPr>
          <a:xfrm>
            <a:off x="619125" y="325755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API Integration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9125" y="3638550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live API-based weather updates for real-time monitoring and immediate anomaly detection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71963" y="2262188"/>
            <a:ext cx="3648075" cy="2352675"/>
          </a:xfrm>
          <a:custGeom>
            <a:avLst/>
            <a:gdLst/>
            <a:ahLst/>
            <a:cxnLst/>
            <a:rect l="l" t="t" r="r" b="b"/>
            <a:pathLst>
              <a:path w="3648075" h="2352675">
                <a:moveTo>
                  <a:pt x="114293" y="0"/>
                </a:moveTo>
                <a:lnTo>
                  <a:pt x="3533782" y="0"/>
                </a:lnTo>
                <a:cubicBezTo>
                  <a:pt x="3596904" y="0"/>
                  <a:pt x="3648075" y="51171"/>
                  <a:pt x="3648075" y="114293"/>
                </a:cubicBezTo>
                <a:lnTo>
                  <a:pt x="3648075" y="2238382"/>
                </a:lnTo>
                <a:cubicBezTo>
                  <a:pt x="3648075" y="2301504"/>
                  <a:pt x="3596904" y="2352675"/>
                  <a:pt x="3533782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05325" y="2495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69631" y="2657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16" name="Text 13"/>
          <p:cNvSpPr/>
          <p:nvPr/>
        </p:nvSpPr>
        <p:spPr>
          <a:xfrm>
            <a:off x="4505325" y="325755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05325" y="3638550"/>
            <a:ext cx="3257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machine learning models for weather forecasting and climate trend prediction capabilities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8163" y="2262188"/>
            <a:ext cx="3648075" cy="2352675"/>
          </a:xfrm>
          <a:custGeom>
            <a:avLst/>
            <a:gdLst/>
            <a:ahLst/>
            <a:cxnLst/>
            <a:rect l="l" t="t" r="r" b="b"/>
            <a:pathLst>
              <a:path w="3648075" h="2352675">
                <a:moveTo>
                  <a:pt x="114293" y="0"/>
                </a:moveTo>
                <a:lnTo>
                  <a:pt x="3533782" y="0"/>
                </a:lnTo>
                <a:cubicBezTo>
                  <a:pt x="3596904" y="0"/>
                  <a:pt x="3648075" y="51171"/>
                  <a:pt x="3648075" y="114293"/>
                </a:cubicBezTo>
                <a:lnTo>
                  <a:pt x="3648075" y="2238382"/>
                </a:lnTo>
                <a:cubicBezTo>
                  <a:pt x="3648075" y="2301504"/>
                  <a:pt x="3596904" y="2352675"/>
                  <a:pt x="3533782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 w="12700">
            <a:solidFill>
              <a:srgbClr val="718096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1525" y="2495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718096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573691" y="26574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0"/>
                </a:moveTo>
                <a:cubicBezTo>
                  <a:pt x="115137" y="0"/>
                  <a:pt x="107156" y="7981"/>
                  <a:pt x="107156" y="17859"/>
                </a:cubicBezTo>
                <a:lnTo>
                  <a:pt x="107156" y="19645"/>
                </a:lnTo>
                <a:cubicBezTo>
                  <a:pt x="66415" y="27905"/>
                  <a:pt x="35719" y="63959"/>
                  <a:pt x="35719" y="107156"/>
                </a:cubicBezTo>
                <a:lnTo>
                  <a:pt x="35719" y="119267"/>
                </a:lnTo>
                <a:cubicBezTo>
                  <a:pt x="35719" y="146112"/>
                  <a:pt x="26566" y="172176"/>
                  <a:pt x="9823" y="193160"/>
                </a:cubicBezTo>
                <a:lnTo>
                  <a:pt x="4353" y="199969"/>
                </a:lnTo>
                <a:cubicBezTo>
                  <a:pt x="1507" y="203485"/>
                  <a:pt x="0" y="207838"/>
                  <a:pt x="0" y="212359"/>
                </a:cubicBezTo>
                <a:cubicBezTo>
                  <a:pt x="0" y="223298"/>
                  <a:pt x="8874" y="232172"/>
                  <a:pt x="19813" y="232172"/>
                </a:cubicBezTo>
                <a:lnTo>
                  <a:pt x="230163" y="232172"/>
                </a:lnTo>
                <a:cubicBezTo>
                  <a:pt x="241102" y="232172"/>
                  <a:pt x="249975" y="223298"/>
                  <a:pt x="249975" y="212359"/>
                </a:cubicBezTo>
                <a:cubicBezTo>
                  <a:pt x="249975" y="207838"/>
                  <a:pt x="248469" y="203485"/>
                  <a:pt x="245622" y="199969"/>
                </a:cubicBezTo>
                <a:lnTo>
                  <a:pt x="240153" y="193160"/>
                </a:lnTo>
                <a:cubicBezTo>
                  <a:pt x="223465" y="172176"/>
                  <a:pt x="214313" y="146112"/>
                  <a:pt x="214313" y="119267"/>
                </a:cubicBezTo>
                <a:lnTo>
                  <a:pt x="214313" y="107156"/>
                </a:lnTo>
                <a:cubicBezTo>
                  <a:pt x="214313" y="63959"/>
                  <a:pt x="183617" y="27905"/>
                  <a:pt x="142875" y="19645"/>
                </a:cubicBezTo>
                <a:lnTo>
                  <a:pt x="142875" y="17859"/>
                </a:lnTo>
                <a:cubicBezTo>
                  <a:pt x="142875" y="7981"/>
                  <a:pt x="134894" y="0"/>
                  <a:pt x="125016" y="0"/>
                </a:cubicBezTo>
                <a:close/>
                <a:moveTo>
                  <a:pt x="90413" y="258961"/>
                </a:moveTo>
                <a:cubicBezTo>
                  <a:pt x="94376" y="274365"/>
                  <a:pt x="108384" y="285750"/>
                  <a:pt x="125016" y="285750"/>
                </a:cubicBezTo>
                <a:cubicBezTo>
                  <a:pt x="141647" y="285750"/>
                  <a:pt x="155656" y="274365"/>
                  <a:pt x="159618" y="258961"/>
                </a:cubicBezTo>
                <a:lnTo>
                  <a:pt x="90413" y="258961"/>
                </a:lnTo>
                <a:close/>
              </a:path>
            </a:pathLst>
          </a:custGeom>
          <a:solidFill>
            <a:srgbClr val="718096"/>
          </a:solidFill>
          <a:ln/>
        </p:spPr>
      </p:sp>
      <p:sp>
        <p:nvSpPr>
          <p:cNvPr id="21" name="Text 18"/>
          <p:cNvSpPr/>
          <p:nvPr/>
        </p:nvSpPr>
        <p:spPr>
          <a:xfrm>
            <a:off x="8391525" y="325755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Alerts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91525" y="3638550"/>
            <a:ext cx="3257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automated alerts for extreme weather events and unusual climate pattern detection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5763" y="5067300"/>
            <a:ext cx="11420475" cy="1409700"/>
          </a:xfrm>
          <a:custGeom>
            <a:avLst/>
            <a:gdLst/>
            <a:ahLst/>
            <a:cxnLst/>
            <a:rect l="l" t="t" r="r" b="b"/>
            <a:pathLst>
              <a:path w="11420475" h="1409700">
                <a:moveTo>
                  <a:pt x="114298" y="0"/>
                </a:moveTo>
                <a:lnTo>
                  <a:pt x="11306177" y="0"/>
                </a:lnTo>
                <a:cubicBezTo>
                  <a:pt x="11369302" y="0"/>
                  <a:pt x="11420475" y="51173"/>
                  <a:pt x="11420475" y="114298"/>
                </a:cubicBezTo>
                <a:lnTo>
                  <a:pt x="11420475" y="1295402"/>
                </a:lnTo>
                <a:cubicBezTo>
                  <a:pt x="11420475" y="1358527"/>
                  <a:pt x="11369302" y="1409700"/>
                  <a:pt x="11306177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D69E2E">
              <a:alpha val="10196"/>
            </a:srgbClr>
          </a:solidFill>
          <a:ln w="12700">
            <a:solidFill>
              <a:srgbClr val="D69E2E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9125" y="546496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69E2E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83431" y="562689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1086" y="111454"/>
                </a:moveTo>
                <a:lnTo>
                  <a:pt x="48332" y="128699"/>
                </a:lnTo>
                <a:cubicBezTo>
                  <a:pt x="51681" y="132048"/>
                  <a:pt x="56201" y="133945"/>
                  <a:pt x="60945" y="133945"/>
                </a:cubicBezTo>
                <a:lnTo>
                  <a:pt x="72944" y="133945"/>
                </a:lnTo>
                <a:cubicBezTo>
                  <a:pt x="77688" y="133945"/>
                  <a:pt x="82209" y="135843"/>
                  <a:pt x="85558" y="139192"/>
                </a:cubicBezTo>
                <a:lnTo>
                  <a:pt x="101910" y="155544"/>
                </a:lnTo>
                <a:cubicBezTo>
                  <a:pt x="105259" y="158893"/>
                  <a:pt x="107156" y="163413"/>
                  <a:pt x="107156" y="168157"/>
                </a:cubicBezTo>
                <a:lnTo>
                  <a:pt x="107156" y="189086"/>
                </a:lnTo>
                <a:cubicBezTo>
                  <a:pt x="107156" y="193830"/>
                  <a:pt x="109054" y="198351"/>
                  <a:pt x="112402" y="201699"/>
                </a:cubicBezTo>
                <a:lnTo>
                  <a:pt x="119825" y="209122"/>
                </a:lnTo>
                <a:cubicBezTo>
                  <a:pt x="123174" y="212471"/>
                  <a:pt x="125071" y="216991"/>
                  <a:pt x="125071" y="221735"/>
                </a:cubicBezTo>
                <a:lnTo>
                  <a:pt x="125071" y="232172"/>
                </a:lnTo>
                <a:cubicBezTo>
                  <a:pt x="125071" y="242050"/>
                  <a:pt x="133052" y="250031"/>
                  <a:pt x="142931" y="250031"/>
                </a:cubicBezTo>
                <a:cubicBezTo>
                  <a:pt x="152809" y="250031"/>
                  <a:pt x="160790" y="242050"/>
                  <a:pt x="160790" y="232172"/>
                </a:cubicBezTo>
                <a:lnTo>
                  <a:pt x="160790" y="230665"/>
                </a:lnTo>
                <a:cubicBezTo>
                  <a:pt x="160790" y="225921"/>
                  <a:pt x="162688" y="221400"/>
                  <a:pt x="166036" y="218052"/>
                </a:cubicBezTo>
                <a:lnTo>
                  <a:pt x="191319" y="192770"/>
                </a:lnTo>
                <a:cubicBezTo>
                  <a:pt x="194667" y="189421"/>
                  <a:pt x="196565" y="184900"/>
                  <a:pt x="196565" y="180156"/>
                </a:cubicBezTo>
                <a:lnTo>
                  <a:pt x="196565" y="160790"/>
                </a:lnTo>
                <a:cubicBezTo>
                  <a:pt x="196565" y="150912"/>
                  <a:pt x="188584" y="142931"/>
                  <a:pt x="178705" y="142931"/>
                </a:cubicBezTo>
                <a:lnTo>
                  <a:pt x="132550" y="142931"/>
                </a:lnTo>
                <a:cubicBezTo>
                  <a:pt x="127806" y="142931"/>
                  <a:pt x="123285" y="141033"/>
                  <a:pt x="119937" y="137685"/>
                </a:cubicBezTo>
                <a:lnTo>
                  <a:pt x="111007" y="128755"/>
                </a:lnTo>
                <a:cubicBezTo>
                  <a:pt x="108663" y="126411"/>
                  <a:pt x="107324" y="123174"/>
                  <a:pt x="107324" y="119825"/>
                </a:cubicBezTo>
                <a:cubicBezTo>
                  <a:pt x="107324" y="112849"/>
                  <a:pt x="112961" y="107212"/>
                  <a:pt x="119937" y="107212"/>
                </a:cubicBezTo>
                <a:lnTo>
                  <a:pt x="139303" y="107212"/>
                </a:lnTo>
                <a:cubicBezTo>
                  <a:pt x="146279" y="107212"/>
                  <a:pt x="151916" y="101575"/>
                  <a:pt x="151916" y="94599"/>
                </a:cubicBezTo>
                <a:cubicBezTo>
                  <a:pt x="151916" y="91250"/>
                  <a:pt x="150577" y="88013"/>
                  <a:pt x="148233" y="85669"/>
                </a:cubicBezTo>
                <a:lnTo>
                  <a:pt x="137238" y="74675"/>
                </a:lnTo>
                <a:cubicBezTo>
                  <a:pt x="135062" y="72554"/>
                  <a:pt x="133945" y="69819"/>
                  <a:pt x="133945" y="66973"/>
                </a:cubicBezTo>
                <a:cubicBezTo>
                  <a:pt x="133945" y="64126"/>
                  <a:pt x="135062" y="61392"/>
                  <a:pt x="137127" y="59327"/>
                </a:cubicBezTo>
                <a:lnTo>
                  <a:pt x="146782" y="49671"/>
                </a:lnTo>
                <a:cubicBezTo>
                  <a:pt x="150019" y="46434"/>
                  <a:pt x="151860" y="42025"/>
                  <a:pt x="151860" y="37449"/>
                </a:cubicBezTo>
                <a:cubicBezTo>
                  <a:pt x="151860" y="33431"/>
                  <a:pt x="150521" y="29803"/>
                  <a:pt x="148289" y="26901"/>
                </a:cubicBezTo>
                <a:cubicBezTo>
                  <a:pt x="146503" y="26845"/>
                  <a:pt x="144717" y="26789"/>
                  <a:pt x="142931" y="26789"/>
                </a:cubicBezTo>
                <a:cubicBezTo>
                  <a:pt x="89688" y="26789"/>
                  <a:pt x="44872" y="62619"/>
                  <a:pt x="31142" y="111454"/>
                </a:cubicBezTo>
                <a:close/>
                <a:moveTo>
                  <a:pt x="258961" y="142875"/>
                </a:moveTo>
                <a:cubicBezTo>
                  <a:pt x="258961" y="123565"/>
                  <a:pt x="254273" y="105370"/>
                  <a:pt x="245901" y="89408"/>
                </a:cubicBezTo>
                <a:cubicBezTo>
                  <a:pt x="242329" y="89911"/>
                  <a:pt x="238813" y="91585"/>
                  <a:pt x="235911" y="94487"/>
                </a:cubicBezTo>
                <a:lnTo>
                  <a:pt x="228433" y="101966"/>
                </a:lnTo>
                <a:cubicBezTo>
                  <a:pt x="225084" y="105315"/>
                  <a:pt x="223186" y="109835"/>
                  <a:pt x="223186" y="114579"/>
                </a:cubicBezTo>
                <a:lnTo>
                  <a:pt x="223186" y="133945"/>
                </a:lnTo>
                <a:cubicBezTo>
                  <a:pt x="223186" y="143824"/>
                  <a:pt x="231167" y="151805"/>
                  <a:pt x="241046" y="151805"/>
                </a:cubicBezTo>
                <a:lnTo>
                  <a:pt x="254496" y="151805"/>
                </a:lnTo>
                <a:cubicBezTo>
                  <a:pt x="255891" y="151805"/>
                  <a:pt x="257287" y="151637"/>
                  <a:pt x="258570" y="151358"/>
                </a:cubicBezTo>
                <a:cubicBezTo>
                  <a:pt x="258794" y="148568"/>
                  <a:pt x="258849" y="145721"/>
                  <a:pt x="258849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</a:path>
            </a:pathLst>
          </a:custGeom>
          <a:solidFill>
            <a:srgbClr val="D69E2E"/>
          </a:solidFill>
          <a:ln/>
        </p:spPr>
      </p:sp>
      <p:sp>
        <p:nvSpPr>
          <p:cNvPr id="26" name="Text 23"/>
          <p:cNvSpPr/>
          <p:nvPr/>
        </p:nvSpPr>
        <p:spPr>
          <a:xfrm>
            <a:off x="1457325" y="5300663"/>
            <a:ext cx="1022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ClimateScope Mission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57325" y="5681663"/>
            <a:ext cx="10201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Represents a commitment to </a:t>
            </a:r>
            <a:r>
              <a:rPr lang="en-US" sz="1350" b="1" dirty="0">
                <a:solidFill>
                  <a:srgbClr val="D69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climate awareness</a:t>
            </a: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350" b="1" dirty="0">
                <a:solidFill>
                  <a:srgbClr val="4A90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informed decision-making</a:t>
            </a: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By transforming complex weather data into accessible insights, we empower researchers, policymakers, and the public to understand and respond to our changing climate.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1390</Words>
  <Application>Microsoft Office PowerPoint</Application>
  <PresentationFormat>Widescreen</PresentationFormat>
  <Paragraphs>344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Liter</vt:lpstr>
      <vt:lpstr>Hedvig Letters Sans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ClimateScope: Visualizing Global Weather Trends and Extreme Events</dc:title>
  <dc:subject>ClimateScope: Visualizing Global Weather Trends and Extreme Events</dc:subject>
  <dc:creator>Kimi</dc:creator>
  <cp:lastModifiedBy>Suraj Bhan</cp:lastModifiedBy>
  <cp:revision>2</cp:revision>
  <dcterms:created xsi:type="dcterms:W3CDTF">2026-04-02T09:31:42Z</dcterms:created>
  <dcterms:modified xsi:type="dcterms:W3CDTF">2026-04-02T09:45:03Z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{"Label":"ClimateScope: Visualizing Global Weather Trends and Extreme Events","ContentProducer":"001191110108MACG2KBH8F10000","ProduceID":"19d33253-c0f2-898e-8000-00000402b5c8","ReservedCode1":"","ContentPropagator":"001191110108MACG2KBH8F20000","PropagateID":"19d33253-c0f2-898e-8000-00000402b5c8","ReservedCode2":""}</vt:lpwstr>
  </property>
</Properties>
</file>